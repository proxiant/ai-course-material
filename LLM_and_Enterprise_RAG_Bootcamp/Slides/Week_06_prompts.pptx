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CO-STAR, DSPy, GEPA, TextGrad, ORPO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Saturday, November 7,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and Enterprise RAG Bootcamp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Prompts are programs. Start with hand-crafted prompting (CO-STAR, metaprompting, zero-shot vs few-shot, epistemic uncertainty). Then move to programmatic optimization with DSPy (Signatures, Modules, Optimizers) and evolutionary methods (GEPA, TextGrad, ORPO).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CO-STAR to structure complex production prompts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metaprompting to have the model improve its own prompt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Distinguish epistemic from aleatoric uncertainty in LLM outputs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Express a task as DSPy signatures and optimize with MIPRO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Run a GEPA evolutionary loop against a fixed evaluator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CO-STAR as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Context, Objective, Style, Tone, Audience, Response format. Six fields, each with one purpose. Skipping any one produces predictable failures.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Metaprompting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Ask the model to critique and improve your prompt. Iterate. Works because the model has seen many bad prompts in training and can recognize the patterns.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Zero-shot vs few-shot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Zero-shot is cheaper and faster. Few-shot is more controllable. Three to seven diverse examples is the practical sweet spot, with the canonical example last.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Epistemic uncertainty in LLM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the model does not know, it sometimes hallucinates and sometimes refuses. Calibration is the practice of getting the model to refuse exactly when it does not know.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DSPy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Signature defines inputs and outputs. A Module composes signatures. An Optimizer searches over instructions and demonstrations. The Compiler freezes the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COPRO vs MIPRO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COPRO does coordinate ascent on instructions. MIPRO jointly optimizes instructions and demonstrations using Bayesian search. COPRO first; MIPRO when the gain plateaus.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GEPA, TextGrad, 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GEPA: evolutionary with reflective critique. TextGrad: text as a tensor with critic-LLM gradients. ORPO: preference optimization unified with reference-free training. Each fits a different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CO-STAR as 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Context, Objective, Style, Tone, Audience, Response format. Six fields. Each has one purpose. Skipping any one produces predictable failures: missing context gives wrong answers; missing format gives unparseable outputs.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Metaprompting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Ask the model to critique and improve your prompt. Iterate. Works because the model has seen many bad prompts in training and can recognize patterns. A single round of metaprompting often beats a week of human iteration.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Zero-shot vs few-shot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Zero-shot: cheap, fast, sometimes underdetermined. Few-shot: more controllable, higher token cost. Three to seven diverse examples is the sweet spot, with the canonical example placed last (recency bias is real).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Epistemic uncertainty in LLM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the model does not know, it sometimes hallucinates and sometimes refuses. Calibration means getting the model to refuse exactly when it does not know. Techniques: explicit 'I don't know' option in the schema; chain-of-thought followed by a confidence estimate; ensemble across temperatures.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DSPy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import dspy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class Classify(dspy.Signature):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text: str = dspy.InputField()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label: str = dspy.OutputField()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classifier = dspy.ChainOfThought(Classify)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opt = dspy.MIPRO(metric=accuracy)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compiled = opt.compile(classifier, trainset=train)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COPRO vs MIPRO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COPRO does coordinate ascent on instructions. Fast, shallow. MIPRO jointly optimizes instructions and demonstrations with Bayesian search. Slower, deeper. Start with COPRO; promote to MIPRO when the gain plateaus.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GEPA, TextGrad, ORPO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GEPA: evolutionary with reflective critique. TextGrad: text as a tensor with critic-LLM gradients. ORPO: preference optimization unified with reference-free training. Each fits a different stage of the lifecycle.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DSPy: Compiling Declarative Language Model Calls into Self-Improving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Khattab et al., 2023 (arXiv:2310.03714).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Large Language Models are Human-Level Prompt Engineers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Zhou et al., 2022 (arXiv:2211.01910). The original metaprompt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6 |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Write a CO-STAR specification for an internal compliance Q&amp;A bot.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metaprompting often beat human iteration?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calibration technique for an LLM in a high-stakes domain.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does COPRO suffice and when do you reach for MIPRO?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Advanced prompting with CO-STAR and metaprompting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7-class classification prompt by hand. Then use metaprompting to improve it. Compare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DSPy basics and MIPRO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Express the same task in DSPy. Optimize with COPRO and MIPRO. Compare to the metaprompted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Tuesday | Project due next Saturday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