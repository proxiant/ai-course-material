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High-Dimensional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BERT, contrastive loss, anisotropy, and the math of embeddings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Saturday, October 10,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LLM and Enterprise RAG Bootcamp | Instructor: Pavan 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Embeddings live in spaces with hundreds or thousands of dimensions. Today covers what is weird about those spaces: the concentration of measure, anisotropy in pretrained models, and the temperature-cosine interaction. Cover BERT and masked language modeling, then contrastive objectives (InfoNCE, SimCLR, Triplet) and how they shape geometry.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Explain three counter-intuitive properties of high-dimensional space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Diagnose anisotropy in a pretrained model's embeddings and correct it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Implement InfoNCE from scratch with in-batch negatives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between InfoNCE, SimCLR, and Triplet for a given task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Use temperature to control sharpness in contrastive losses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The geometry of high-dimensional 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Almost all volume of a unit ball lies near its surface. Random vectors are nearly orthogonal. Distances concentrate. These facts shape everything that follows in retrieval.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BERT and masked language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Predict masked tokens from bidirectional context. The training signal teaches representations of context, which transfer well to downstream sentence-level tasks.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Anisotropy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Pretrained model embeddings cluster in a narrow cone. Cosine similarity is inflated across the board. Whitening or contrastive fine-tuning corrects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Temperature in softmax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small temperature sharpens the distribution; a large one flattens it. In contrastive learning the temperature controls how hard the negatives feel.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InfoNCE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Anchor against batch of negatives via softmax over similarities. Stable, sample-efficient, and the modern default.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Semantic search 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Query embedding, candidate embeddings, similarity scoring, top-k selection. The end-to-end latency budget shapes every other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Three strange properties of high-D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First: almost all volume of a unit ball lies near its surface (concentration of measure). Second: two random vectors in high dimensions are almost orthogonal. Third: distances concentrate, so the ratio of max-to-min distance approaches 1. These facts mean naive intuitions from 3D space mislead in 768D.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BERT and masked language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Mask 15% of tokens at random. Train the model to predict the masked tokens from bidirectional context. This forces the model to learn rich contextual representations. The resulting embeddings transfer well to sentence-level tasks like classification and similarity.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Anisotropy: the BERT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import numpy as np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def whitening(E):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mu = E.mean(0, keepdims=True)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cov = (E - mu).T @ (E - mu) / len(E)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u, s, _ = np.linalg.svd(cov)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W = u @ np.diag(1.0 / np.sqrt(s + 1e-8))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return (E - mu) @ 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Temperature and contrastive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Temperature controls the sharpness of the softmax in contrastive losses. Low temperature makes negatives feel harder (sharp distribution; only the closest negative matters). High temperature flattens, smoothing the signal. Production defaults sit between 0.05 and 0.2 for InfoNCE.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InfoNCE from scratch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import torch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import torch.nn.functional as F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def info_nce(anchors, positives, temperature=0.1):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logits = anchors @ positives.T / temperature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labels = torch.arange(len(anchors), device=logits.device)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return F.cross_entropy(logits, labels)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Semantic search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Embed the query. Search the index. Score with cosine or inner product. Return top k. The latency budget (typically 50-200 ms for the retrieval step) shapes every other choice: index type, dimension, candidate count.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BERT: Pre-training of Deep Bidirectional Transformers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Devlin et al., 2018 (arXiv:1810.04805).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SimCSE: Simple Contrastive Learning of Sentence 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Gao et al., 2021 (arXiv:2104.08821). Contrastive on top of BERT.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High-Dimensional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Why does cosine similarity 0.8 between random sentences mean less in BERT than in a contrastive model?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a temperature for InfoNCE and justify.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is whitening a better fix than fine-tuning?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Sketch the latency budget for a 200 ms retrieval step.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Embedding basics: anisotropy and whitening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Measure anisotropy in three pretrained models. Apply whitening. Compare retrieval quality before and after.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InfoNCE from scratch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Implement InfoNCE in PyTorch with in-batch negatives. Train an embedder on a small text corpus. Compare against the pretrained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Tuesday | Project due next Saturday | Instructor: Pavan 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