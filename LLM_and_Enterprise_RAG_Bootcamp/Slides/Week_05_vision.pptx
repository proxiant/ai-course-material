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Proxiant Academy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C5FF5"/>
                </a:solidFill>
                <a:latin typeface="Calibri"/>
              </a:rPr>
              <a:t>Week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6032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CNNs, Vision Transformers, CLIP, and BLIP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35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Saturday, July 4,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LLM and Enterprise RAG Bootcamp | Instructor: Pavan 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Today's Map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5 |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Where we are in the bootcamp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Multimodal week. Walk from CNNs through Vision Transformers, then into vision-language models with CLIP and BLIP. The lab trio covers ViT classification, CLIP-based image-text search, and BLIP-2 for zero-shot visual reasoning.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5 |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Learning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Compare CNN and ViT architectures on a fixed image task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Use CLIP for zero-shot classification and cross-modal retrieval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Apply BLIP-2 with the Q-Former bridge for visual question answering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Add image modalities to an existing RAG system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Reason about latency and quality tradeoffs in multimodal systems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Concepts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5 |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1. CNN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Convolutional filters detect local patterns. Pooling reduces spatial dimensions. Stacking layers builds up hierarchy. ResNet added residual connections to train very deep networks.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5 |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2. Vision Transformers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Split an image into patches; embed each patch; run a transformer. The same architecture as language, applied to vision. Excellent at scale, weaker on small datasets.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5 |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3. CLIP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Train an image encoder and a text encoder jointly with contrastive loss on image-caption pairs. The result: a shared embedding space that supports zero-shot classification and image-text retrieval.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5 |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4. BLIP and BLIP-2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BLIP unifies vision-language understanding and generation. BLIP-2 introduces the Q-Former, a small bridge module that lets a frozen image encoder talk to a frozen LLM. Cheap, modular, surprisingly strong.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5 |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5. Q-Former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A small set of learnable query tokens cross-attend to image features and output text-aligned tokens. The trainable surface is tiny relative to the frozen models.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5 |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6. Multimodal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Index images and text in the same vector space (CLIP-style). Retrieve across modalities. Pass both to a multimodal LLM for the final answer.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Deeper Look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5 |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1. CNN foundations in one screen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Convolutional filters detect local patterns. Pooling reduces spatial dimensions. Stacking layers builds feature hierarchy: edges, textures, parts, objects. ResNet's residual connections enabled training of very deep networks.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5 |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2. Vision Transformers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Split image into 16x16 patches. Linearly project each patch to a token embedding. Add a learnable [CLS] token. Run standard transformer layers. Excellent at scale; weaker than CNNs on small datasets due to weaker inductive bias.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5 |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3. CLIP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47120" cy="4937760"/>
          </a:xfrm>
          <a:prstGeom prst="rect">
            <a:avLst/>
          </a:prstGeom>
          <a:solidFill>
            <a:srgbClr val="1B1B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import open_clip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model, _, preprocess = open_clip.create_model_and_transforms(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   'ViT-B-32', pretrained='laion2b_s34b_b79k')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tokenizer = open_clip.get_tokenizer('ViT-B-32')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img_emb = model.encode_image(preprocess(img).unsqueeze(0))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txt_emb = model.encode_text(tokenizer(['a cat']))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sim = (img_emb @ txt_emb.T).softmax(dim=-1)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5 |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4. BLIP and BLIP-2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BLIP unifies vision-language understanding and generation. BLIP-2 introduces the Q-Former: a small bridge module with learnable query tokens that cross-attend to image features and output text-aligned tokens. Lets a frozen image encoder talk to a frozen LLM. Tiny trainable surface.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5 |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5. Zero-shot visual reasoning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BLIP-2 with a Flan-T5 backbone answers visual questions reasonably well zero-shot. Limits: counts, spatial reasoning beyond simple left/right, and any task requiring fine-grained text reading.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5 |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6. Multimodal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Two patterns. One: index images and text in a shared CLIP space; retrieve across modalities; pass to a multimodal LLM. Two: convert images to descriptive text at ingestion; index text only. Pick based on query distribution.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Papers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5 |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An Image is Worth 16x16 Words: Vision Transformers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Dosovitskiy et al., 2020 (arXiv:2010.11929).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5 |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Learning Transferable Visual Models From Natural Language Supervision (CLIP)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Radford et al., 2021 (arXiv:2103.00020).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5 |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BLIP-2: Bootstrapping Language-Image Pre-training with Frozen Image Encoders and LLMs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Li et al., 2023 (arXiv:2301.12597).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Review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5 |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Review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Pick a task where CNNs still beat ViTs in 2026.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When is BLIP-2's Q-Former the right architecture choice?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Compare the two multimodal RAG patterns on cost and quality.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Why does CLIP struggle on fine-grained text reading in images?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C5FF5"/>
                </a:solidFill>
                <a:latin typeface="Calibri"/>
              </a:rPr>
              <a:t>This Week's Labs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Lab A: ViT vs CNN classification head to head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Train a small ViT and a ResNet-18 on CIFAR-10. Compare accuracy, parameters, training time, and inference latency.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Lab B: CLIP-based image-text 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51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Build a tiny image search engine over 5000 images using CLIP. Support text-to-image and image-to-image queries.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Lab C: BLIP-2 zero-shot visual question answering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747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Use BLIP-2 to answer 30 questions about images zero-shot. Compare against a GPT-4V baseline.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Quiz Tuesday | Project due next Saturday | Instructor: Pavan 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