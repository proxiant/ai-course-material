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Retrieval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Sparse + dense, Matryoshka, ColBERT, and cross-encoder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June 27,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Production retrieval is a funnel: many candidates in, few well-scored results out. Cover sparse (BM25, SPLADE) vs dense, Matryoshka Representation Learning for fast pruning, ColBERT for token-level interaction, and cross-encoder fusion at the top. The lab builds the full four-stage funnel.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Combine BM25 and dense retrieval in a single retrieve step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Matryoshka embeddings to prune cheap candidates quickly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ColBERT (late-interaction) for token-level scoring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a cross-encoder for final re-ranking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Measure and tune the funnel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Sparse retrieval (BM25, SPLADE)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BM25 is the classical baseline. SPLADE learns sparse representations that match BM25's efficiency with neural semantics.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Dense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Bi-encoders project queries and documents into a shared space. Cosine similarity gives the score. Cheap at query time once the index is built.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Hybrid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Combine sparse and dense via reciprocal rank fusion or weighted score sum. Almost always beats either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Matryoshka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embeddings that work at multiple truncation lengths (64, 128, 512). Use the short truncation for cheap pruning, the full length for final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ColBERT (late interaction)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Score by summing the maximum similarity of each query token to any document token. More expressive than bi-encoders, cheaper than cross-encoders.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Cross-encoder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Encode the (query, document) pair jointly. Most accurate, most expensive. Use only on the final 20 to 100 candidates.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The four-stage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Stage 1: BM25 + dense in parallel (200 candidates each). Stage 2: Matryoshka prune to top 100. Stage 3: ColBERT score to top 30. Stage 4: cross-encoder rerank to top 5.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Sparse retrieval still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BM25 finds exact and rare term matches that dense models miss. SPLADE adds neural query and document expansion while preserving BM25's efficient inverted index. In production, hybrid (sparse + dense) almost always beats either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Dense retrieval realities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Bi-encoders independently encode query and documents. Cosine similarity at query time. Cheap, fast, scales. Weak on rare terms, named entities, and domain-specific abbreviations until fine-tuned.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Reciprocal rank fusion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rrf(rankings, k=60):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scores = {}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for ranking in rankings: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for rank, doc in enumerate(ranking):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    scores[doc] = scores.get(doc, 0) + 1.0/(k + rank)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sorted(scores.items(), key=lambda x: -x[1])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Matryoshka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embeddings that work at multiple truncation lengths. A 768-dim embedding also functions as a useful 64-dim embedding for cheap pruning. Use the short truncation to filter, the full length to score.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ColBERT late 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Score by sum of maximum query-token-to-doc-token similarities. More expressive than single-vector bi-encoders, far cheaper than cross-encoders. The PLAID engine makes it fast enough for production.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Cross-encoder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Encode the (query, doc) pair jointly with full attention. Most accurate, most expensive. Reserve for the final 20-100 candidates.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The four-stage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Stage 1: sparse + dense in parallel, 200 candidates each. Stage 2: Matryoshka prune to 100. Stage 3: ColBERT score to 30. Stage 4: cross-encoder rerank to top 5. Tune candidate counts per stage on your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ColBERT: Efficient and Effective Passage Search via Contextualized Late 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Khattab and Zaharia, 2020 (arXiv:2004.12832).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Matryoshka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Kusupati et al., 2022 (arXiv:2205.13147).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SPLADE: Sparse Lexical and Expansion Model for First Stage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Formal et al., 2021 (arXiv:2107.05720).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query type where BM25 must be in the funnel.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RRF beat weighted-sum fusion in many cases?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is the marginal benefit of ColBERT given a strong cross-encoder?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can you drop the Matryoshka stage?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Matryoshka embeddings and progressive pruning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Train or load a Matryoshka embedder. Build a two-stage retrieval: 64-dim prune, full-dim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Four-stage retrieval funnel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the full four-stage funnel and benchmark against the dense-only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