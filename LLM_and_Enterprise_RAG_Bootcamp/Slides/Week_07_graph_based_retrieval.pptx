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Proxiant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5FF5"/>
                </a:solidFill>
                <a:latin typeface="Calibri"/>
              </a:rPr>
              <a:t>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Graph-Based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RAPTOR, GraphRAG, LightRAG, and graph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Saturday, November 14,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LLM and Enterprise RAG Bootcamp | Instructor: Pavan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Today's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Where we are in the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Vector retrieval has a ceiling on multi-hop and structural questions. Graph-based retrieval breaks through it. Cover RAPTOR (hierarchical summary trees), GraphRAG (extract triplets, build a knowledge graph, detect communities), and LightRAG (the lean alternative). The lab implements both RAPTOR and GraphRAG on the same corpus.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Build a RAPTOR hierarchical summary tree over a 5K-document corpus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Extract triplets, build an ontology, and run community detection for GraphRAG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Compare RAPTOR, GraphRAG, and vector RAG on multi-hop questions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Pick a graph database (Neo4j, Memgraph) for the target workload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Understand the LightRAG simplification and where it wins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Why graphs beat vectors on multi-hop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 multi-hop question requires connecting facts that may not appear together. Vector similarity does not capture this. Graphs do, by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RAPTOR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Recursively cluster and summarize the corpus into a tree. Each level summarizes its children. Retrieval traverses the tree top-down to find the right granularity.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GraphRAG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Use an LLM to extract (subject, predicate, object) triplets from each document. Deduplicate entities. Build a graph in Neo4j or similar.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Ontologies and entity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Define entity types and relationship types up front for consistency. Resolve aliases (Apple Inc., AAPL, the iPhone company) to canonical entities.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Community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Run Leiden or Louvain on the graph. Summarize each community. At query time, retrieve relevant communities and pass their summaries to the LLM.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Graph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Neo4j is the mature default. Memgraph is in-memory and faster for read-heavy workloads. ArangoDB combines document and graph models.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7. LightRAG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Skip the community detection. Use dual-level retrieval: local (entity neighborhood) and global (graph-wide). Simpler, competitive on many tasks.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Deeper 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Why graphs beat vectors on multi-hop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 multi-hop question requires connecting facts that may not appear together in any single document. Vector similarity captures local meaning; it does not capture global structure. Graphs capture both by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RAPTOR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Cluster chunks. Summarize each cluster. Cluster the summaries. Recurse until you have a tree. At query time, traverse top-down to find the right granularity. Works without a graph database; everything lives in the vector store.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GraphRAG extraction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solidFill>
            <a:srgbClr val="1B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EXTRACTION_PROMPT = '''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Extract entities and relationships from the text.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Output JSON: [{subject, predicate, object}].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Text: {text}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'''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def extract_triplets(chunk):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return json.loads(llm.generate(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    EXTRACTION_PROMPT.format(text=chunk)))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Ontologies and entity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Define entity types (Person, Company, Drug, Disease) and relationship types (works_at, treats, interacts_with) up front. Resolve aliases (Apple Inc., AAPL) to canonical entities. Without these, your graph becomes a hairball.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Community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Run Leiden or Louvain on the graph to find densely connected sub-graphs. Summarize each community with an LLM. At query time, retrieve relevant community summaries. Microsoft's GraphRAG built this end to 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Graph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Neo4j: mature, declarative Cypher, on-disk. Memgraph: in-memory, faster on read-heavy workloads. ArangoDB: hybrid document + graph. Pick based on scale and query patterns.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7. LightRAG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Skip the community detection. Use dual-level retrieval: local (entity neighborhood for specific questions) and global (graph-wide for thematic questions). Cheaper to build, competitive on many tasks.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Papers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RAPTOR: Recursive Abstractive Processing for Tree-Organized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Sarthi et al., 2024 (arXiv:2401.18059).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From Local to Global: A Graph RAG Approach to Query-Focused Summarization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Edge et al., 2024 (arXiv:2404.16130). The Microsoft GraphRAG paper.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LightRAG: Simple and Fast 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Guo et al., 2024 (arXiv:2410.05779).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2761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Graph-Based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Sketch a question that breaks vector RAG but works with GraphRAG.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When is RAPTOR enough; when do you need a real graph?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Pick between Neo4j and Memgraph for a 50M-triplet corpus with read-heavy queries.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What does LightRAG sacrifice for its simplicity?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F5"/>
                </a:solidFill>
                <a:latin typeface="Calibri"/>
              </a:rPr>
              <a:t>This Week's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A: RAPTOR over the bootcamp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Build a RAPTOR tree over a 5K-document corpus. Compare to flat vector RAG on a 50-question multi-hop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B: GraphRAG and LightRAG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Build a GraphRAG and a LightRAG pipeline on the same corpus. Compare on multi-hop questions, cost, and build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Quiz Tuesday | Project due next Saturday | Instructor: Pavan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62025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© 2026 Proxiant Academy | info@proxiant.com | proxiant.ai/training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