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Compliance &amp; AML with AI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Automation: Document Verification &amp; Risk Scoring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Monitoring: Rule-Based &amp; ML Overlay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Screening: Fuzzy Matching &amp; Entity Resolution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Reporting: Extraction &amp; Taxonomy Mapping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AI: SHAP, LIME &amp; Model Governance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 Management &amp; Compliance Dashboards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KYC Automation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NLP Document Verification: Extract &amp; validate customer info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Resolution: Link duplicate records across data sources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Scoring: ML model assigns compliance risk levels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Decision: Flag high-risk customers for manual review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Trail: Complete documentation for regulatory examination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KYC Pipeline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Intake → OCR Processing → Text Extraction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 → Risk Scoring → Decision Engine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Customer Profile, Risk Level, Verification Status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Connects to customer onboarding systems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 Audit-ready with decision logs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 Monitoring: Rule-Based Baseline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Engine: Define suspicious patterns (unusual amounts, frequency)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Alerts: Deviation from customer historical baseline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Tuning: Balance sensitivity vs false positive rate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Segmentation: Different rules for different risk profiles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Alert if transaction &gt; 3x average monthly spending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 Monitoring: ML Overlay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Learning: Anomaly detection (Isolation Forest, LOF)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Models: Gradient boosting on labeled suspicious transactions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Approach: Rules + ML scores combined for final decision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Real-Time: Sub-second latency for transaction screening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Explainability: SHAP values show feature contributions per alert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 Monitoring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Stream → Feature Engineering → Rule Engine &amp; ML Model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Generation → Investigation Queue → Case Management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Investigator outcomes → Model retraining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True positive rate, false positive rate, investigation cost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Model versioning, A/B testing new rules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Sanctions Screening Strategy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Name Matching: Handle typos &amp; transliteration variations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Entity Matching: Identify name variations in documents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Screening: Monitor transactions against sanctions lists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Updates: Automated ingestion of OFAC, EU, UN sanctions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Tiering: Exact match vs fuzzy match confidence scoring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Reporting Automation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Extraction: Pull compliance data from source systems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Generation: Create SARs, CTRs, AML filings automatically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Mapping: Convert internal data to regulatory taxonomy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Checks: Validation rules before submission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Trail: Complete history of report generation &amp; changes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Explainable AI: SHAP &amp; LIME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Values: Quantify feature contribution to compliance decisions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LIME: Local explanations for individual predictions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Cards: Document model assumptions &amp; performance metrics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Requirement: Compliance officers understand AI decisions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Transaction flagged due to 70% amount anomaly, 20% geographic change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Risk Management: SR 11-7 Framework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Inventory: Catalog all compliance models with risk classifications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Cycle: Initial &amp; ongoing validation by independent group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 Model intent, assumptions, validation results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Track performance metrics &amp; data quality over time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Model change control &amp; escalation procedures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Dashboard Metrics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Volume: Trends in alerts by type &amp; risk category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Metrics: Time-to-resolution, closure rates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Performance: Precision, recall, F1 scores over time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Completeness, accuracy of inputs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Status: Report submission status &amp; findings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Best Practices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Garbage in, garbage out - clean data is critical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Positives: Tune models to reduce investigation burden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Change: Stay current with evolving requirements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Explainability: AI decisions must be defensible to regulators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Improvement: Learn from investigation outcomes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Implementation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Implement rule-based baseline screening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Add ML overlay with historical training data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Deploy explainability tools &amp; monitoring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Refine based on investigator feedback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Start simple, iterate, measure impact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automates compliance at scale while improving accuracy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is essential for regulatory acceptance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rule + ML approach balances accuracy &amp; auditability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&amp; feedback loop drives improvement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governance frameworks prevent compliance failures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629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 | proxiant.ai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212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AI. Professionally.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2026-02-14T05:26:10Z</dcterms:created>
  <dcterms:modified xsi:type="dcterms:W3CDTF">2026-02-14T05:26:10Z</dcterms:modified>
</cp:coreProperties>
</file>