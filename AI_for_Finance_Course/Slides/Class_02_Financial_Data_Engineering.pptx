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Data Engineering &amp; Feature Pipelines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Production-Ready Data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| Class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in Finance (Bloomberg, Reuters, APIs, Satellite)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Techniques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ETL Architectures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Data Windows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Financial Data 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5029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0972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Bloomberg/Reuters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 data, news, fundamentals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73152" cy="5029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10-K, 10-Q filings, insider 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73152" cy="5029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377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Satellite/Geospatial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visibility, activity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73152" cy="5029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017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Sentiment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Twitter, news sentiment scoring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64592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2103120"/>
            <a:ext cx="45720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286000" y="1828800"/>
            <a:ext cx="164592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8600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2103120"/>
            <a:ext cx="45720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1828800"/>
            <a:ext cx="164592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11480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103120"/>
            <a:ext cx="45720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943600" y="1828800"/>
            <a:ext cx="164592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2103120"/>
            <a:ext cx="45720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0" y="1828800"/>
            <a:ext cx="164592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Kafka, S3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PySpark, dbt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Lake/Warehouse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Servers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Indicators for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1704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097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100 - [100/(1 + RS)]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09728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7190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645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EMA(12) - EMA(26)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09728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2677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1945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± (2 * StdDev)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09728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8163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743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True Range over N periods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 Features &amp; Feature Types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828800" cy="5943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0789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Statistics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0" y="100584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Min, Max over lookback windows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828800" cy="5943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7647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69164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from t-1, t-5, t-20 periods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1828800" cy="5943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450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returns, volatility changes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1828800" cy="5943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31363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Features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306324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yield, P/E ratios, debt ratios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1828800" cy="5943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3822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374904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relative strength vs peers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1168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143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non-null values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201168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80136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75564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reference sources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14016"/>
            <a:ext cx="201168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45973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41401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alignment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201168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31181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072384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vs T+0 requirement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201168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37764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73075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range, type checks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Data Strategies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28600" cy="228600"/>
          </a:xfrm>
          <a:prstGeom prst="circl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Fill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forward last value (limited use)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228600" cy="228600"/>
          </a:xfrm>
          <a:prstGeom prst="circl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or spline interpolation between 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228600" cy="228600"/>
          </a:xfrm>
          <a:prstGeom prst="circl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Imputation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imputation (MICE, KNN)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228600" cy="228600"/>
          </a:xfrm>
          <a:prstGeom prst="circl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rows/columns beyond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 Detection Methods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143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0972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&gt; 3σ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8288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1.5 × IQR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18288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0175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density deviation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ETL Solutions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+ Step Functions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Scala/Python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8328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connectors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flows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743200" cy="45720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0936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Beam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batch/stream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Time-Series Data Windowing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window moved forward periodically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8328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grows from start, includes all historical 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743200" cy="4572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triggered by business events (earnings, splits)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Store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Definitions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SQL/API specs for computation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features daily/weekly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 for real-time serving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feature quality &amp; drift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Engineering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data schemas and feature definitions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quality tests in CI/CD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feature definitions from training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feature distribution shifts (drift detection)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feature lineage and dependencies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expensive feature computations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features &gt; quantity; invest in feature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must be automated, monitored, and versioned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 provide scalable ETL but require DevOps expertise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windowing is critical for ML in finance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stores centralize and democratize feature access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proxiant.ai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2026-02-14T05:25:21Z</dcterms:created>
  <dcterms:modified xsi:type="dcterms:W3CDTF">2026-02-14T05:25:21Z</dcterms:modified>
</cp:coreProperties>
</file>