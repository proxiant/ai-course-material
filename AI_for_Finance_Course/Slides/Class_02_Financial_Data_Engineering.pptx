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Financial Data Engineering &amp; Feature Pipelines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Production-Ready Data Systems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AI. Professionally.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| Class 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6459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in Finance (Bloomberg, Reuters, APIs, Satellite)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1488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Techniques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6517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&amp; Validation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1546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ETL Architectures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657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Data Windows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Primary Financial Data Sources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73152" cy="50292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9728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Bloomberg/Reuters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market data, news, fundamentals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73152" cy="50292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73736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EDGAR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01168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10-K, 10-Q filings, insider transactions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73152" cy="50292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37744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Satellite/Geospatial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265176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visibility, activity tracking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73152" cy="50292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175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Sentiment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29184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Twitter, news sentiment scoring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Pipeline Architecture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64592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94560" y="2103120"/>
            <a:ext cx="457200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1828800"/>
            <a:ext cx="164592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9" name="Text 7"/>
          <p:cNvSpPr/>
          <p:nvPr/>
        </p:nvSpPr>
        <p:spPr>
          <a:xfrm>
            <a:off x="2286000" y="18288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23360" y="2103120"/>
            <a:ext cx="457200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1828800"/>
            <a:ext cx="164592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0" y="18288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52160" y="2103120"/>
            <a:ext cx="457200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0" y="1828800"/>
            <a:ext cx="164592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0" y="18288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680960" y="2103120"/>
            <a:ext cx="457200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0" y="1828800"/>
            <a:ext cx="164592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0" y="18288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26517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APIs, Kafka, S3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194560" y="26517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PySpark, dbt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931920" y="26517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Store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0" y="26517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Lake/Warehouse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406640" y="26517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Servers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Indicators for Features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097280" cy="45720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7043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737360" y="109728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100 - [100/(1 + RS)]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1097280" cy="45720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71907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737360" y="164592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EMA(12) - EMA(26)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1097280" cy="45720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26771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Bollinger Bands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37360" y="219456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 ± (2 * StdDev)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743200"/>
            <a:ext cx="1097280" cy="45720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81635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737360" y="274320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True Range over N periods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Derived Features &amp; Feature Types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828800" cy="59436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78992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Statistics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468880" y="1005840"/>
            <a:ext cx="6217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Mean, Std, Min, Max over lookback windows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1828800" cy="59436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764792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Features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68880" y="1691640"/>
            <a:ext cx="6217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from t-1, t-5, t-20 periods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1828800" cy="59436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450592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of Change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468880" y="2377440"/>
            <a:ext cx="6217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 returns, volatility changes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063240"/>
            <a:ext cx="1828800" cy="59436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136392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Features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3063240"/>
            <a:ext cx="6217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Earnings yield, P/E ratios, debt ratios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749040"/>
            <a:ext cx="1828800" cy="59436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822192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Cross-Asset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468880" y="3749040"/>
            <a:ext cx="6217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Correlations, relative strength vs peers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Quality Framework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01168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14300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0" y="1097280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non-null values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201168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80136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0" y="1755648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to reference sources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14016"/>
            <a:ext cx="201168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459736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0" y="2414016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Cross-dataset alignment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072384"/>
            <a:ext cx="201168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118104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Timeliness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0" y="3072384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 vs T+0 requirement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730752"/>
            <a:ext cx="201168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77647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0" y="3730752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Format, range, type checks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Missing Data Strategies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228600" cy="228600"/>
          </a:xfrm>
          <a:prstGeom prst="circle">
            <a:avLst/>
          </a:prstGeom>
          <a:solidFill>
            <a:srgbClr val="4CAF5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097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Fill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1417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forward last value (limited use)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1965960"/>
            <a:ext cx="228600" cy="228600"/>
          </a:xfrm>
          <a:prstGeom prst="circle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288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1488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or spline interpolation between 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697480"/>
            <a:ext cx="228600" cy="228600"/>
          </a:xfrm>
          <a:prstGeom prst="circle">
            <a:avLst/>
          </a:prstGeom>
          <a:solidFill>
            <a:srgbClr val="4CAF50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5603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Imputation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28803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Model-based imputation (MICE, KNN)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429000"/>
            <a:ext cx="228600" cy="228600"/>
          </a:xfrm>
          <a:prstGeom prst="circle">
            <a:avLst/>
          </a:prstGeom>
          <a:solidFill>
            <a:srgbClr val="4CAF50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2918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36118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rows/columns beyond threshold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Outlier Detection Methods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828800" cy="45720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1430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468880" y="1097280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|Z| &gt; 3σ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828800" cy="45720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7830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468880" y="1737360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1.5 × IQR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1828800" cy="45720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423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468880" y="2377440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score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1828800" cy="45720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3063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468880" y="3017520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density deviation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ETL Solutions Comparison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743200" cy="4572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43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Glue + Step Functions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21945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Scala/Python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26060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83280" y="1097280"/>
            <a:ext cx="2743200" cy="4572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1143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 Factory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2044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design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520440" y="21945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400+ connectors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520440" y="26060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flows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09360" y="1097280"/>
            <a:ext cx="2743200" cy="4572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143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Dataflow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4652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Beam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46520" y="21945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batch/stream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46520" y="26060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Auto-scaling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Time-Series Data Windowing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743200" cy="45720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43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Fixed-size window moved forward periodically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383280" y="1097280"/>
            <a:ext cx="2743200" cy="45720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1143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178308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grows from start, includes all historical data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309360" y="1097280"/>
            <a:ext cx="2743200" cy="45720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1143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0" y="178308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triggered by business events (earnings, splits)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Store Architecture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1430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Definitions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4630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SQL/API specs for computation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82296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65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Layer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2860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features daily/weekly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788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Layer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1089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store for real-time serving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611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931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feature quality &amp; drift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Engineering Best Practices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 for data schemas and feature definitions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data quality tests in CI/CD pipeline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feature definitions from training code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feature distribution shifts (drift detection)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291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feature lineage and dependencies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8404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expensive feature computations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1430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features &gt; quantity; invest in feature engineering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83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pipelines must be automated, monitored, and versioned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8229600" cy="54864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4231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platforms provide scalable ETL but require DevOps expertise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0632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windowing is critical for ML in finance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8229600" cy="54864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70332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stores centralize and democratize feature access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www.proxiant.com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AI. Professionally.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2026-02-14T05:25:21Z</dcterms:created>
  <dcterms:modified xsi:type="dcterms:W3CDTF">2026-02-14T05:25:21Z</dcterms:modified>
</cp:coreProperties>
</file>