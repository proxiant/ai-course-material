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 for Compliance Document Analysis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Fine-Tuning: LoRA &amp; QLoRA for Financial Documents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Entity Recognition: Extracting Regulatory Obligations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Analysis: Clause Extraction &amp; Risk Flagging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Change Detection: Document Diffing &amp; Impact Assessment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for Compliance: Retrieval-Augmented Generation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NLP Pipelines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Fine-Tuning for Finance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Learning: Leverage pre-trained models (BERT, GPT-4)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(Low-Rank Adaptation): Efficient tuning with ~1% parameters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(Quantized LoRA): Further compression for resource constraints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Tuning: Train on compliance task examples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ROUGE, BERTScore for document generation quality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LoRA: Low-Rank Adaptation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Add low-rank matrices to frozen model weights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Parameters: Only train small "adapter" layers (0.1-1% of model)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Save 10-100MB instead of full model (10GB+)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Performance: Matches full fine-tuning at fraction of cost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Domain-specific compliance document tasks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 for Regulatory Entities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Entity Types: REGULATION, OBLIGATION, DEADLINE, PENALTY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Framework: Efficient NLP with pre-built models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Transformers: BERT-based NER models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Annotated compliance documents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Extracted entities with confidence scores &amp; positions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 Pipeline Architecture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Document → Tokenization → Entity Classification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Classification: BiLSTM + CRF for sequence labeling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Post-Processing: Link related entities, normalize formats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Structured extraction (entity type, text, position)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Regulation: GDPR, Obligation: notify within 72 hours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Contract Analysis: Clause Extraction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Types: Payment, termination, liability, confidentiality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Methods: ML classifiers, rule-based patterns, LLM parsing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 ID: Extract specific commitments &amp; deadlines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Flagging: Highlight unfavorable or unusual terms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Control: Compare contract versions for change tracking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Contract Analysis Workflow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Document → OCR/text extraction → Clause classification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 extraction → Risk assessment → Summary generation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Alerts for high-risk terms, redline suggestions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Processing time, extraction accuracy, risk detection rate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Legal review automation, due diligence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Change Detection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Diff: Identify additions, deletions, modifications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Assessment: Classify changes as critical, major, minor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Classification: Technical, operational, governance impact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Generation: Notify compliance teams of significant changes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Analysis: Track regulatory environment shifts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RAG: Retrieval-Augmented Generation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LLMs hallucinate; outdated knowledge cutoff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Retrieve relevant documents, augment prompt with 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Components: Document chunking, embeddings, vector store, retriever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Query → Retrieve similar docs → Generate answer with context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Advantage: Up-to-date, traceable, citable answers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Implementation Details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Strategies: Fixed size, semantic, sliding window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Models: Sentence Transformers, OpenAI embeddings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Stores: Pinecone, Weaviate, Qdrant, Milvus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Retrieval: Cosine similarity, BM25, hybrid search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Generation: LLM generates answer conditioned on retrieved context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Applications in Compliance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Q&amp;A: What are GDPR requirements for data deletion?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Search: Find relevant internal policies for a scenario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Precedent: Retrieve similar enforcement actions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Source every answer to original documents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System returns article number, page, relevant excerpt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Advanced Techniques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Similarity: Find documents similar in meaning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Modeling: Identify themes in document collections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Analysis: Detect tone (critical, favorable, neutral)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Analysis: Track sentiment/topic changes over time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Multi-Lingual Support: Handle documents in multiple languages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NLP Pipeline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Sub-second response times for real-time extraction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Scalability: Process thousands of documents daily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Track accuracy, latency, error rates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Updates: Versioning &amp; gradual rollout of improved models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Secure API endpoints, data encryption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adapts LLMs to compliance domain efficiently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extracts structured entities from unstructured 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combines retrieval &amp; generation for accurate, citable answers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requires monitoring, versioning, &amp; scalability planning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automation dramatically reduces compliance review time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| proxiant.ai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2026-02-14T05:26:10Z</dcterms:created>
  <dcterms:modified xsi:type="dcterms:W3CDTF">2026-02-14T05:26:10Z</dcterms:modified>
</cp:coreProperties>
</file>