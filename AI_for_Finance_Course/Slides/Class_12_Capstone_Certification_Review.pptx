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Capstone Presentations &amp; Certification Review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 Guidelines &amp; Evaluation Rubric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Review Framework &amp; Feedback Process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Synthesis: Integrating Risk, Forecasting, Compliance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PCAP Certification Exam Overview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Pathways in AI for Finance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9260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Trends &amp; Future Outlook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Capstone Project Structure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Applied AI project in risk, forecasting, or compliance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 Code, documentation, presentation slides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Timeline: 4 weeks development from project kickoff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15-minute presentation + 5-minute Q&amp;A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Evaluation: Rubric scores innovation, rigor, communication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Criteria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 (20%): Clear business case, realistic scope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Approach (25%): Appropriate methods, solid implementation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Impact (25%): Meaningful results, demonstrated improvement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(20%): Clear communication, engaging delivery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Quality (10%): Well-documented, reproducible, best practices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Peer Review Process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Structure: Each student reviews 2-3 peer projects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Template: Problem clarity, technical rigor, impact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Scoring: Use same rubric as instructor evaluation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Constructive: Focus on improvement areas &amp; strengths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Deadline: Submit reviews within 48 hours of presentations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Feedback Template Elements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Strengths: What worked well, innovative aspects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Improvements: Technical refinements, clearer explanations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Questions: Areas needing clarification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Suggestions: Resources, related research, next steps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Score: 1-5 on each rubric dimension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Integrating Risk + Forecasting + Compliance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Module: Quantify financial &amp; operational risks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Module: Predict future market conditions &amp; performance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Module: Ensure models meet regulatory requirements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Integration: Holistic AI strategy for financial institution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Credit risk model with interpretability for regulators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Comprehensive AI Strategy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Foundation: Clean, validated, privacy-compliant data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Portfolio: Risk, pricing, fraud, compliance models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Governance: Model registry, validation, monitoring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Culture: Cross-functional teams, continuous learning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Technology: MLOps infrastructure, scalable platforms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Certified AI Professional (PCAP)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Format: 100 multiple-choice questions, 3 hours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Score: 70% (42 of 60 questions)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all 12 classes (6 weeks) of course content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Delivery: Proctored online exam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Certificate: Industry-recognized credential in AI for Finance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 Topic Breakdown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 (10%): Python, ML basics, finance concepts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Modeling (20%): Credit, market, operational risk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Series (15%): ARIMA, neural networks, forecasting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Models (15%): Decision trees, random forests, boosting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(15%): Neural networks, LSTM, attention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9260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(15%): AML, KYC, explainability, governance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2918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(10%): MLOps, monitoring, production considerations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Study Strategy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Class Materials: Slides, notes, code notebooks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Questions: Released sample exam (20 questions)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Groups: Discuss concepts with peers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Exercises: Hands-on practice with real datasets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Management: 1.8 minutes per question average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Career Opportunities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 Researcher: Develop &amp; backtest trading strategies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Engineer (Finance): Build &amp; deploy production models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Risk Officer: Manage model risk &amp; governance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RegTech Specialist: Develop compliance automation solutions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Scientist (Finance): Analyze market data, uncover insights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Role Expectations &amp; Growth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Quant: PhD often required, strong math background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Engineer: Product-focused, full-stack capabilities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Officer: Domain expertise in risk + AI knowledge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RegTech: Deep compliance knowledge + tech skills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Scientist: Curious, analytical, business-minded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Emerging Trends in AI Finance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AI: ChatGPT for analysis, code generation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ML: Quantum computing for optimization problems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AI: Real-time models at trading speed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Evolution: AI governance frameworks emerging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 Demand: High demand for AI professionals in finance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showcases practical AI application skills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PCAP certification validates comprehensive AI finance knowledge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career paths offer diverse opportunities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learning essential in rapidly evolving field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AI journey is just beginning. Keep building!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&amp; Congratulations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 | proxiant.ai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5212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AI. Professionally.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2026-02-14T05:26:10Z</dcterms:created>
  <dcterms:modified xsi:type="dcterms:W3CDTF">2026-02-14T05:26:10Z</dcterms:modified>
</cp:coreProperties>
</file>