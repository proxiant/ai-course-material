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5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Risk &amp; AI-Based Fraud Detection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3: Advanced Risk Management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2926080"/>
            <a:ext cx="9144000" cy="7315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914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914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Techniques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371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371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Fraud Detection Pipeline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18288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7200" y="1828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1828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Neural Networks for Fraud Rings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2286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2286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for Fraud Prevention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2743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2743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Deployment Strategies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Anomaly Detection Methods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Forest: Isolates anomalies through random partitioning, highly efficient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14300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Autoencoders: Unsupervised neural networks learning compressed representations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One-Class SVM: Finds optimal hyperplane separating normal data from origin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Outlier Factor (LOF): Identifies local density-based outliers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approach: Combining multiple detectors improves robustness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Isolation Forest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binary partitioning of feature space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isolated faster due to sparsity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 parameter tunes sensitivity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 log n) complexity, excellent for large datasets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for distance calculations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1371600"/>
            <a:ext cx="3200400" cy="2926080"/>
          </a:xfrm>
          <a:prstGeom prst="rect">
            <a:avLst/>
          </a:prstGeom>
          <a:solidFill>
            <a:srgbClr val="F5F5F5"/>
          </a:solidFill>
          <a:ln w="254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0" y="1371600"/>
            <a:ext cx="32004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Trees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space recursively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on shallow paths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Autoencoders: Unsupervised Anomaly Detection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Encoder-decoder architecture compresses transactions to latent space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14300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error: deviation from normal transaction patterns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 Autoencoders (VAE): probabilistic latent distributions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on reconstruction loss detects fraud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missing/incomplete transaction data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One-Class SVM &amp; Local Outlier Factor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One-Class SVM: Finds decision boundary around normal patterns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kernels capture complex fraud signatures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Outlier Factor (LOF): Density-based anomaly detection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contextual outliers (abnormal within local region)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multiple methods for comprehensive coverage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Fraud Detection Pipeline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Ingestion: Stream transactions from payment systems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Velocity, behavioral, device features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Inference: Anomaly scoring in milliseconds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Generation: High-risk transactions flagged for 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Management: Analysts investigate and resolve alerts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Loop: Outcomes retrain and improve models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Engineering: Detection Power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Features: Transaction frequency, amount per time window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Fingerprinting: IP, OS, browser, hardware identifiers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Biometrics: Typing speed, mouse patterns, interaction timing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Features: User network patterns, money transfer flows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Features: Seasonality, day-of-week, time-of-day patterns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 Neural Networks: Fraud Ring Detection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graphs: Nodes=users/accounts, Edges=transactions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Node2Vec: Learns node embeddings from random walks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Convolutional Networks (GCN): Aggregate neighbor features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graphs: Dynamic fraud rings evolve over 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organized fraud rings with high accuracy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GNN Fraud Ring Detection Details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construction from transaction network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embedding with structural information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detection identifies suspicious rings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constraints: sliding windows for evolving patterns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prediction: identifies likely future fraud connections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1371600"/>
            <a:ext cx="3017520" cy="2926080"/>
          </a:xfrm>
          <a:prstGeom prst="rect">
            <a:avLst/>
          </a:prstGeom>
          <a:solidFill>
            <a:srgbClr val="F5F5F5"/>
          </a:solidFill>
          <a:ln w="254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669280" y="1371600"/>
            <a:ext cx="30175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Architecture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Transform: Agg + Combine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layers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classification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prediction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SageMaker Real-Time Inference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endpoints: Millisecond-level latency for fraud scoring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Auto-scaling: Handle traffic spikes during peak hours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endpoints: Deploy multiple fraud detection models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transform: Score historical transactions overnight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versioning: A/B testing new models against production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Strategy: Shadow Mode &amp; A/B 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mode: New model runs parallel without affecting decisions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deployment: Gradual traffic shift to new model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testing metrics: False positive rate, false negative rate, precision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Real-time performance dashboards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capability: Quick revert if performance degrades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Anomaly Detection Methods Comparison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         | Speed | Interpretability | Scalability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| Very Fast | Low | Excellent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 | Moderate | Low | Good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One-Class SVM | Slow | Low | Fair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 | Moderate | Medium | Good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| Slow | Medium | Fair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Best Practices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drift: Fraud patterns evolve continuously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imbalance: Fraud is rare event (0.1% - 1%)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cost: Customer friction from false alarms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compliance: Document decision rationale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monitoring: Track performance metrics daily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anomaly detection methods complement each other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pipeline requires robust feature engineering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analysis reveals coordinated fraud patterns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 enables scalable, responsive systems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 and adaptation essential for effectiveness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 &amp; Next Steps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5 covered advanced fraud detection techniques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Stress Testing &amp; Scenario Analysis with AI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exercise: Build fraud pipeline on sample data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reading: SageMaker fraud detection best practices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62179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| proxiant.ai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AI. Professionally.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2026-02-14T05:24:48Z</dcterms:created>
  <dcterms:modified xsi:type="dcterms:W3CDTF">2026-02-14T05:24:48Z</dcterms:modified>
</cp:coreProperties>
</file>