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Testing &amp; Scenario Analysis with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Advanced Risk Management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AI Stress Testing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for Scenario Generation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 and Latent Space Interpolation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Modeling with HMM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Stress Testing &amp; Regulatory Requirements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vs AI-Powered Stress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Manually designed shock scenarios (interest rates, spreads)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AI-powered: Learn realistic scenarios from historical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limitations: Limited to analyst imagination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advantages: Discover hidden dependencies and joint moves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approach: AI scenarios validated by expert judgment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Adversarial Networks (GANs)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Creates synthetic market scenarios from random noise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Discriminator: Distinguishes real from synthetic scenarios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training: Improves realism through competition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 (cGAN): Generate scenarios given macro conditions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Captures complex correlations and tail events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GAN: Scenario Generation on Demand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input: Economic regime, market volatility level, credit spread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learns: Transform conditions to market scenarios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20+ years historical market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Realistic joint movements of all risk factors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Test scenarios against actual stress periods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32004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0" y="137160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cGAN Flow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→ Generator → Scenarios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↓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Real/Fake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Variational Autoencoders (VAEs)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Compress market scenarios to latent distribution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Disentangled representations: Separate independent factors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interpolation: Smooth transitions between scenarios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Probabilistic: Naturally handles uncertainty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Scenario blending, derivative valuation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VAE Latent Space Interpolation Techniques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interpolation: Blend between two market regimes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interpolation: Preserve latent space geometry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Disentanglement: Independent latent factors control specific risks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analysis: Change individual factors systematically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scenario space: No discrete boundaries between scenarios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Macroeconomic Modeling: HMM Regime-Switching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Markov Model: Markets switch between regimes invisibly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regime: Low volatility, positive returns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regime: High volatility, negative returns, correlations spike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probabilities: Estimated from historical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forecasting: Different parameters per regime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HMM Implementation &amp; Forecasting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inference: Viterbi algorithm identifies current regime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estimation: EM algorithm from historical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algorithm: Calculate regime probabilities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generation: Sample from regime-specific distributions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testing: Condition scenarios on regime transitions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Stress Testing with Genetic Algorithms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market scenarios causing specific losses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algorithm: Evolves scenarios toward target loss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function: Distance to target loss + realism penalty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Scenarios must be plausible and correlated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use: Validate stress testing adequacy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GA-Based Reverse Stress Testing Process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Many candidate market scenarios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Mutation: Random perturbations explore scenario space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Crossover: Blend scenarios from high-loss population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Keep scenarios closest to target loss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Identifies most damaging plausible scenarios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301752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69280" y="13716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Evolution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→ Evaluate → Select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Mutate, Crossover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CCAR/DFAST Regulatory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CCAR: Comprehensive Capital Analysis and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regulatory stress scenarios required annually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DFAST: Dodd-Frank Act Stress 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ratios: Must maintain minimums under stress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enhances: Scenario design, sensitivity analysis, documentation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Stress Testing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Economic variables (GDP, unemployment, rates)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Map macro variables to portfolio impacts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valuation: Mark-to-market under scenarios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impact: Calculate required capital reserves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Capital adequacy assessment and 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Generation &amp;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calibration: Use past crises as templates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generation: cGAN, VAE produce new plausible scenarios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review: Validate scenarios with risk committee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Backtesting: Test against historical extreme events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Maintain audit trail for regulators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Enhancement Benefits &amp; Challenges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Discover tail dependencies, improve realism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Model interpretability and regulatory acceptance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Ensemble AI + traditional scenarios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Document GAN/VAE training and validation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Track scenario performance over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more realistic and diverse stress scenarios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generative models capture different aspects of risk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regime-switching improves scenario realism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 enable reverse stress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remains paramount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proxiant.ai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2026-02-14T05:24:48Z</dcterms:created>
  <dcterms:modified xsi:type="dcterms:W3CDTF">2026-02-14T05:24:48Z</dcterms:modified>
</cp:coreProperties>
</file>