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7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Series Forecasting — LSTM &amp; Transformers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Deep Learning for Finance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914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Architecture &amp; Mechanisms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71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Simplified Alternative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Fusion Transformer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86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Mechanisms &amp; Positional Encoding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43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&amp; Validation Strategies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LSTM: Long Short-Term Memory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gate: Decides what information to discard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gate: Controls what new information enters cell state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gate: Filters cell state to produce next hidden state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state: Carries information across time steps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vanishing gradient problem in RNNs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LSTM Cell Components &amp; Equations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gate: f_t = σ(W_f · [h_{t-1}, x_t] + b_f)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gate: i_t = σ(W_i · [h_{t-1}, x_t] + b_i)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update: C_candidate = tanh(W_c · [h_{t-1}, x_t] + b_c)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state: C_t = f_t ⊙ C_{t-1} + i_t ⊙ C_candidate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h_t = o_t ⊙ tanh(C_t), where o_t = output gate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LSTM Gradient Flow &amp; Training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error carousel: Uninterrupted gradient flow through cell state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 through time (BPTT): Unfold network across time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LSTM: Process sequences forward and backward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LSTM: Multiple layers increase representational capacity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ADAM optimizer with gradient clipping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Bidirectional LSTM for Financial Forecasting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pass: Learn patterns looking ahead in time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pass: Learn patterns looking back in time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Concatenated outputs: Combine both directions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Non-causal analysis, historical pattern recognition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 application: Cannot use future data in real-time prediction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GRU: Gated Recurrent Unit (Simplified LSTM)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gate: Decides which past information to forget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gate: Blends current and previous hidden state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parameters than LSTM: Faster training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performance: Often equals LSTM on many tasks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Preference: LSTM for long sequences, GRU for efficiency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 vs LSTM Comparison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GRU: 3 gates, simpler architecture, fewer weights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4 gates, explicit cell state, richer dynamics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training: Faster convergence, lower memory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training: Better for very long dependencies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Practical: Test both, choose based on validation performance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1371600"/>
            <a:ext cx="3200400" cy="29260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37160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GRU: 3 gates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4 gates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Cell state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Fusion Transformer (TFT)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architecture: Combines RNN + Attention + Transformers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selection network: Learns which features matter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self-attention: Discovers important time steps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outputs: Probabilistic forecasts, not point estimates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Interpretability: Attention weights reveal decision factors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TFT Architecture Components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variable selection: Feed-forward network identifies key inputs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processing: LSTM encodes historical patterns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self-attention: Multi-head attention on time steps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Position-wise feed-forward: Non-linear transformations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regression: Output multiple quantiles simultaneously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Attention Mechanisms for Time Series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dot-product attention: Compute relevance scores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attention: Parallel attention at different scales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masking: Prevent attending to future information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Self-attention: Sequence attends to itself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Cross-attention: Connect encoder/decoder sequences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Positional Encoding for Temporal Information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limitation: No inherent temporal ordering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Sinusoidal encoding: Add position-dependent signals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PE(pos,2i) = sin(pos/10000^(2i/d_model))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position encoding: Learn relative distances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use: Capture seasonality, day-of-week effects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Backtesting: Walk-Forward Validation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Walk-forward: Train on past, test on immediate future, advance window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window: Training set always grows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window: Fixed-size training set moves forward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look-ahead bias: Never train on test 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simulation: Mimics actual deployment scenario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Purged &amp; Embargo Cross-Validation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cross-validation: Invalid for time series (leakage)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Purged K-fold: Remove overlapping samples across folds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Embargo window: Remove test samples near train boundaries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overfitting: Tests true predictive power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evaluation: Use purged cross-validation metrics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Non-Stationarity: Differencing &amp; Detrending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 assumption: ARIMA, many classical methods require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differencing: x_t - x_{t-1} removes trends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differencing: x_t - x_{t-s} removes seasonality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Detrending: Fit polynomial trend, use residuals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detection: Identify market structural breaks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LSTMs/GRUs excellent for learning temporal dependencies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with attention capture complex patterns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 provides interpretable, probabilistic forecasts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backtesting essential to avoid overfitting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non-stationarity for robust predictions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— www.proxiant.com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2026-02-14T05:24:48Z</dcterms:created>
  <dcterms:modified xsi:type="dcterms:W3CDTF">2026-02-14T05:24:48Z</dcterms:modified>
</cp:coreProperties>
</file>