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Cloud AI for Forecasting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Deep Learning for Finance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&amp; Meta-Learner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&amp; Dynamic Weighting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Comparison: SageMaker, Azure, Vertex 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Forecasting &amp; Conformal Prediction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Production Monitoring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Stacking: Meta-Learner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models: Multiple diverse models (LSTM, XGBoost, Ridge)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Train base models on training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Meta-learner: Learn optimal combination of base predictions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OOF: Out-of-fold predictions for meta-training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Often outperforms individual models significantly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Stacking Implementation Details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learners: Each trained on k-fold cross-validation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generation: Predictions on holdout folds (not training set)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Meta-features: Stack predictions as input to meta-learner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Meta-learner: Typically linear model (ridge, lasso) or GBDT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Diversity: Base models must disagree on some predictions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 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Blending: Simpler Holdout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data: Training (60%), validation (20%), test (20%)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models: Train on training set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learning: Learn combination weights on validation 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test: Evaluate on holdout test 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Faster, simpler, no cross-validation overhead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Weighting: Time-Varying Combination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weights: Same combination across all forecasts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weights: Adjust weights based on recent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Regime-based: Different weights in bull vs bear markets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Model performance fades, downweight gracefully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Track regime changes, improves robustness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AutoML: Automated Machine Learning Platforms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Automatic feature discovery and selection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selection: Test multiple models automatically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Optimize parameters for each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stacking: Combine models automatically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time: Reduces human effort in model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SageMaker Autopilot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upload: S3 CSV file with target variable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analysis: Detects problem type, data quality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generation: Creates 40+ candidate models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Ranks by validation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One-click deploy best model to endpoint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Azure AutoML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Native to Azure ML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sweep: Tests regression, classification, forecasting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methods: Stacking and voting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SHAP-based feature importance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Distributed training on compute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Vertex AI AutoML Tables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integration: Work with data warehouse directly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State-of-the-art deep learning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Pre-trained models fine-tuned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training: Supports custom model algorithms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Built-in model monitoring and retraining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AutoML Platforms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| Speed | Interpretability | Cost | Scalability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Autopilot | Fast | Medium | Pay-per-use | Excellent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AutoML | Medium | High | Enterprise | Very Good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Tables | Slow | Medium | Enterprise | Excellent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AutoML | Fast | High | Open-source | Good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Forecasting: Beyond Point Estimates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regression: Predict specific quantiles (5%, 50%, 95%)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intervals: Confidence bands around forecast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outputs: Full distribution of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management: Plan for multiple scenarios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Trading: Size positions based on probability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Conformal Prediction: Distribution-Free Intervals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Works with any model (neural net, tree, etc)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Prediction sets have guaranteed coverage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Non-parametric: No assumptions about error distribution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Wider intervals when model is uncertain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use: Compliant confidence intervals for risk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Metrics: Financial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Return per unit of risk (volatility)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Coefficient: Correlation of prediction with actual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 Largest peak-to-trough decline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Ratio: Return per unit of drawdown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Rate: Percentage of directional predictions correct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Deployment: Batch &amp; Real-Time Inference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prediction: Process large datasets asynchronously overnight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endpoint: Serve predictions with low latency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Auto-scaling: Scale up/down based on traffic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versioning: A/B test new models against production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Track prediction latency and model drift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combine strengths of diverse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accelerates model development significantly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forecasts essential for risk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platforms provide scalable, reliable infrastructure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ensures production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6217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2026-02-14T05:24:49Z</dcterms:created>
  <dcterms:modified xsi:type="dcterms:W3CDTF">2026-02-14T05:24:49Z</dcterms:modified>
</cp:coreProperties>
</file>