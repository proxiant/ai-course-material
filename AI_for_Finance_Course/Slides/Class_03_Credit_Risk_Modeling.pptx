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Risk Modeling with Machine Learning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PD, LGD, and EAD Estimation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| Class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Discuss: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ML-Based Credit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for PD Modeling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Credit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 (SHAP, LIME)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 IRBA Compliance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vs ML Credit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115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115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(logistic regression)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(requires SHAP/LIME)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interactions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feature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discovery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&lt;100K samples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from millions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acceptance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0" y="3291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history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3291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acceptance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40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 (AUC)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0.70-0.78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0.78-0.88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Models for PD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categorical handling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(L1, L2)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tree growth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boosting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target encoding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support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Hyperparameters for Credit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37160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→ overfitting on small datasets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37160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56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0.01-0.1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7830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→ slower but more stable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137160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42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7614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31-127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4688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→ more complex interactions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137160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278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4472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0.7-1.0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1546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for imbalanced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37160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136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reg_alpha/lambda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1330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0.1-10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840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regularization strength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 Credit Scoring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0058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numerical + embedded categorical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01168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83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representations for categories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01168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hidden layers (64-256 units)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01168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46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2004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0.2-0.5 regularization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01168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77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9319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→ probability of default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 Training 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weighting: Penalize minority default class 10-50x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loss: Focus on hard examples during training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Monitor validation AUC, stop if no improvement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SMOTE or mixup for imbalanced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Stratified K-fold for temporal data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for Model Interpretability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TreeSHAP: Fast SHAP values for tree models (XGBoost, LightGBM)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28600" cy="22860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prediction decomposition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28600" cy="22860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direction (beeswarm)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228600" cy="22860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Plot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interaction visualization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228600" cy="228600"/>
          </a:xfrm>
          <a:prstGeom prst="circl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features push prediction from base value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Interpretability Techniques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approximation for any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097280"/>
            <a:ext cx="73152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Plot: marginal effect per feature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Local Effects: conditional feature effects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743200"/>
            <a:ext cx="73152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31089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via shuffling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 III Internal Ratings Based (IRBA)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(Probability of Default)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0.03% - 100%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0" y="1005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forward-looking estimate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(Loss Given Default)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762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- 100%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0" y="1828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exposure lost upon default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 (Exposure At Default)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9992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0" y="2651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+ future exposure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645920" cy="7315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(Maturity)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years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maturity of exposure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Validating Discriminatory Power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371600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0.75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 curve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371600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267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0.50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9202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AUC - 1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371600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090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7432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 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371600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(Accuracy Ratio)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13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0.50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5661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curve metric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&amp; Backtesting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Model PDs match observed default rates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regression to adjust PD scores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Bin-wise comparison: predicted vs. actual defaults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Hosmer-Lemeshow test for calibration quality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Test: Model discriminates borrowers post-deployment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monthly/quarterly default rates vs. predictions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annually; retrain if AUC drops &gt;5%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data drift &amp; concept drift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Governance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assumptions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holdout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by risk team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KPI tracking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schedule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escalation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outperform logistic regression on discriminatory power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provides regulatory-friendly model explanations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 IRBA compliance is achievable with proper governance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backtesting are essential for regulatory approval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documentation and audit trails are as important as accuracy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www.proxiant.com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2026-02-14T05:25:21Z</dcterms:created>
  <dcterms:modified xsi:type="dcterms:W3CDTF">2026-02-14T05:25:21Z</dcterms:modified>
</cp:coreProperties>
</file>