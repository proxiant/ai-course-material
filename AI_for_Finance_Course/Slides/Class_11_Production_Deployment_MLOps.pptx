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/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Deployment &amp; MLOps for Finance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Lifecycle: Experiment Tracking &amp; Model Registry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Strategies: Blue-Green, Canary, Shadow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Monitoring: Data Drift &amp; Concept Drift Detection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Testing: Randomization &amp; Statistical Significance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Pipelines: Automated Testing &amp; Deployment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Governance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MLOps Lifecycle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Tracking: MLflow records parameters, metrics, artifacts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Registry: Central repository for model versions &amp; metadata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Automated workflow from data prep to deployment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Track performance &amp; data quality in production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Retraining: Trigger new training when performance degrades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MLflow: Experiment Tracking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Logging: Parameters (learning rate), metrics (accuracy), artifacts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Comparison: Side-by-side view of experiment performance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Reproducibility: Record code version, environment, hyperparameters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Artifacts: Save models, plots, data splits for audit trail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Works with TensorFlow, PyTorch, scikit-learn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Registry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Hub: Single source of truth for all models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Versioning: Track all model versions with promotion stages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Stages: Development → Staging → Production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Metadata: Model description, requirements, performance baselines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Governance: Approval workflows before production promotion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Strategies Comparison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Blue-Green: Run old &amp; new versions, switch traffic at once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Canary: Gradually shift traffic from old to new (5% to 95%)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Shadow: New model runs parallel, no traffic, for 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Test: Compare models on real user traffic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Rollback: Immediate switch back if performance degrades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Architecture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Balancer → Blue (old) + Green (new) deployments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Canary: Router allocates % of traffic to new version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Shadow: Route copy of prod traffic to new model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Compare metrics to determine promotion readiness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Auto-promote or rollback based on thresholds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Drift Detection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Input feature distribution shifts over time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(Population Stability Index): Measure distributional change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 Divergence: Kullback-Leibler divergence for comparison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Test: Kolmogorov-Smirnov test for statistical significance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Retrain when PSI exceeds threshold (e.g., 0.1)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 Drift Detection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 Relationship between inputs &amp; target changes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Economic regime shift changes loan default patterns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Detection: Monitor prediction error distribution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Track accuracy, precision, recall by time window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Retrain when metrics degrade below baseline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Monitoring &amp; Alerting Dashboard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Metrics: Accuracy, latency, throughput per hour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Quality: Missing values, outliers, schema changes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Metrics: PSI, KL divergence for each feature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Alerts: Email/Slack notifications on threshold breaches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View: 30-90 day trend 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A/B Testing: Randomization &amp; Analysis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Randomization: Stratified sampling for balanced groups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Size: Calculate based on effect size &amp; statistical power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Run until statistical significance achieved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Guardrails: Define minimum acceptable performance levels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Test: T-test, Mann-Whitney U for metric comparison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CI/CD: MLflow + GitHub Actions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Trigger: Git push to feature branch starts workflow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Tests: Test data processing, model inference logic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Tests: End-to-end pipeline validation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Tests: Performance benchmarks, data drift checks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Approval: Manual review before production deployment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Infrastructure Stack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Terraform: Infrastructure-as-code for cloud resources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Docker: Containerize model + dependencies for reproducibility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Kubernetes: Orchestrate &amp; scale model serving pods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SageMaker/Kubeflow: Managed ML platform options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GitOps: Git as source of truth for infrastructure &amp; deployment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Retraining &amp; Governance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Scheduled: Weekly/monthly retraining on new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Performance-Based: Trigger when metrics cross threshold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Data-Driven: Trigger on significant data drift detection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Regulatory: Validation &amp; approval before production update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Record retraining rationale &amp; results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8229600" cy="4572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 automates model lifecycle from experiment to production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&amp; model registry ensure reproducibility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strategies balance risk &amp; speed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detects performance degradation early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+ governance enable reliable, auditable model updates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629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4754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5212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2026-02-14T05:26:10Z</dcterms:created>
  <dcterms:modified xsi:type="dcterms:W3CDTF">2026-02-14T05:26:10Z</dcterms:modified>
</cp:coreProperties>
</file>