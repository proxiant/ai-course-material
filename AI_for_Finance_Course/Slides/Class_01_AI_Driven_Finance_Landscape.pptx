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AI-Driven Finance Landscape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Modern AI in Financial Services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| Class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Today: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Taxonomy for Finance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Architectures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Platforms Comparison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in Finance Industry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&amp; Governance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Taxonomy for Finance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3774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23774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737360"/>
            <a:ext cx="23774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240280"/>
            <a:ext cx="23774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Dim. Reduction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256032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1737360"/>
            <a:ext cx="23774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240280"/>
            <a:ext cx="23774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783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Architectures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pattern recognition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64008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▲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RNNs/LSTMs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&amp; time-series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▲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&amp; attention-based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▲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AI Platforms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$0.06-0.31/hr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743200" cy="502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DevOps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hour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743200" cy="502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Vertex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interface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Adoption in Finance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828800"/>
          </a:xfrm>
          <a:prstGeom prst="rect">
            <a:avLst/>
          </a:prstGeom>
          <a:solidFill>
            <a:srgbClr val="F0F4F8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by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2560320" cy="1828800"/>
          </a:xfrm>
          <a:prstGeom prst="rect">
            <a:avLst/>
          </a:prstGeom>
          <a:solidFill>
            <a:srgbClr val="F0F4F8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2023-2027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097280"/>
            <a:ext cx="2560320" cy="1828800"/>
          </a:xfrm>
          <a:prstGeom prst="rect">
            <a:avLst/>
          </a:prstGeom>
          <a:solidFill>
            <a:srgbClr val="F0F4F8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76072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Firms Using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Adopters: JPMorgan, Goldman Sachs, BlackRock, Two Sigma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Laggards: Smaller regional banks, traditional investment firms adapting legacy systems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AI in Finance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Lending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attributes (race, gender) in credit models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73152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parity, equalized odds, calibration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73152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trails, explainability, regulatory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Applications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82880" cy="182880"/>
          </a:xfrm>
          <a:prstGeom prst="circl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Detection: Real-time transaction monitoring with XGBoost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82880" cy="182880"/>
          </a:xfrm>
          <a:prstGeom prst="circle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Scoring: Neural networks replacing FICO scores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182880" cy="182880"/>
          </a:xfrm>
          <a:prstGeom prst="circl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Trading: Reinforcement learning for portfolio management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182880" cy="182880"/>
          </a:xfrm>
          <a:prstGeom prst="circle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546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Assessment: Deep learning for market volatility prediction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182880" cy="182880"/>
          </a:xfrm>
          <a:prstGeom prst="circl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404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NLP for regulatory text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&amp; Compliance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82880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Rule 10b5-1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trading compliance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82880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22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8745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explanation for decisions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82880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Lending Laws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6517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 compliance for credit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82880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4290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 for AI systems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Challenges &amp; Opportunities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historical bias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interpretability requirements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uncertainty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legacy systems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in trading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in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customer personalization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Trends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 gaining adoption for regulatory compliance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22199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ML across institutions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09067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 in early research phase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7033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95935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on low-latency trading systems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with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use cases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 quality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Prototype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ROI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74320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Scale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Resources &amp;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0972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PyTorch, Scikit-learn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4173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CatBoost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SageMaker, Azure ML, GCP Vertex 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4231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Databricks, Alteryx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01168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31089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Coursera, edX, Proxiant Academy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34290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arXiv, conference papers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transforming finance across trading, risk, compliance, and operations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deep learning architectures serve different use cases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democratize access to enterprise ML infrastructure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and model governance are non-negotiable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requires data quality, business alignment, and regulatory awareness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www.proxiant.com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2026-02-14T05:25:21Z</dcterms:created>
  <dcterms:modified xsi:type="dcterms:W3CDTF">2026-02-14T05:25:21Z</dcterms:modified>
</cp:coreProperties>
</file>