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Fundamentals Course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Machine Learning Fundamentals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&amp; Machine Learning Education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ML, ML Pipeline, Supervised Learning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Machine Learning?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data without explicit programming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discover patterns automatically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Labels -&gt; Rules (instead of Rules + Data -&gt; Output)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adaptation to new data and scenarios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 Learning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Gather relevant data from 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Clean, handle missing values, normalize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Transform and select meaningful features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Choose appropriate algorithms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Learn parameters from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Assess performance on test data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labeled data with known outcomes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Classification, 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patterns in unlabeled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Clustering, Dimensionality Reduction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rewards and penalties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h(x) = theta0 + theta1*x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Function: J(theta) = (1/2m)*Sum(h(x)-y)^2 (Mean Squared Error)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linear relationship between features and output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via gradient descent to minimize cost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coefficients show feature impact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optimization algorithm: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thetaj := thetaj - alpha*(dJ/dthetaj)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Variants: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Uses all training examples (stable, slow)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Stochastic: Uses one example per iteration (fast, noisy)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Mini-batch: Uses small subsets (balanced approach)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 (despite name)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sigmoid function: g(z) = 1/(1+e^(-z))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 between 0 and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at probability 0.5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decision boundary in feature space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&amp; Ensemble Methods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partition feature space via binary decisions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criteria: Information Gain or Gini Impurity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Impurity: Probability of misclassification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prevents overfitting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interpretable, prone to overfitting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trained on random data subsets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Bagging: Bootstrap Aggregating reduces variance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randomness at each split decorrelates trees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via majority voting (classification)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 error provides generalization estimate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Vector Machines (SVM)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optimal hyperplane maximizing class margin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Distance from hyperplane to nearest points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 enables nonlinear relationships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margin allows controlled misclassifications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kernels: linear, polynomial, RBF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independent models on random samples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train models focusing on hard examples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AdaBoost: Adjust sample weights per iteration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Gradient boosting with optimized performance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weak learners creates strong predictor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 (KNN)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point by majority class of k nearest neighbors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metrics: Euclidean, Manhattan, Minkowski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k=1: High variance (memorizes data)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k: High bias (loses local patterns)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lazy learner, computationally expensive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&amp; Model Evaluation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in unlabeled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output targets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when labeling is expensive or unavailable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Paradigms: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Group similar examples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Reduction: Lower-dimensional representations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data into k clusters iteratively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Assign points to nearest centroid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Update centroids as cluster mean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within-cluster variance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method: Select k where curve 'elbows'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when centroids stabilize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 Component Analysis (PCA)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orthogonal axes maximizing data variance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represent variance along components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explained variance guides dimensionality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Visualization, noise reduction, preprocessing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Components lose original interpretability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t-SNE: Alternative for visualization preserving local structure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Methods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Train/Validation/Test Split: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60-70% (learn parameters)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15-20% (tune hyperparameters)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15-20% (unbiased final evaluation)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k-fold: Rotate which data serves as validation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data usage, robust estimates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Performance Metrics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Overall correctness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Positive prediction 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Actual positive detection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Harmonic mean of precision and recall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TP, TN, FP, FN breakdown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TPR vs FPR across classification thresholds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Bias-Variance Tradeoff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error from oversimplified models (underfitting)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training data fluctuations (overfitting)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Error = Bias squared + Variance + Noise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models: High bias, low variance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models: Low bias, high variance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 Techniques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model complexity to prevent overfitting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Regularization (Lasso):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|theta| penalty, encourages sparse solutions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Regularization (Ridge):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theta^2 penalty, shrinks all coefficients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small bias increase for large variance reduction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 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enables automatic pattern discovery from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pipeline: collection, preprocessing, training, evaluation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algorithms suited for different problem types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leverage multiple learners effectively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 guides model complexity selection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evaluation via cross-validation and multiple metrics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- AI Fundamentals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2026-02-14T00:55:29Z</dcterms:created>
  <dcterms:modified xsi:type="dcterms:W3CDTF">2026-02-14T00:55:29Z</dcterms:modified>
</cp:coreProperties>
</file>