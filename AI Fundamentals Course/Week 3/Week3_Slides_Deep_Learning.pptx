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F4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7: Neural Network Fundamentals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3 - Deep Learning and Neural Networks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Biological Inspiration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Neurons in the brain: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signals from dendrites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information in the soma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output via axons to other neurons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Neural Networks: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Mimic neuron structure and connections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represent synaptic strength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functions model firing behavior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Perceptron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Single-layer neural network: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layer: x₁, x₂, ..., xₙ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Weights: w₁, w₂, ..., wₙ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Bias: b (trainable threshold)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y = activation(Σ(wᵢ × xᵢ) + b)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only learn linearly separable patterns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learn XOR function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 Functions (Part 1)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Sigmoid: σ(z) = 1/(1 + e^(-z))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range: (0, 1)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gradient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favorite for binary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Tanh: tanh(z) = (e^(z) - e^(-z))/(e^(z) + e^(-z))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range: (-1, 1)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Zero-centered, often better than sigmoid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 Functions (Part 2)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ReLU: max(0, z)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range: [0, ∞)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and efficient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 in deep networks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Drawback: dying ReLU problem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ReLU: max(αz, z) where α ≈ 0.01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dying ReLU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gradient for negative inputs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Softmax Activation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multi-class classification: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softmax(zᵢ) = e^(zᵢ) / Σ(e^(zⱼ))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logits to probability distribution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outputs sum to 1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in output layer for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[1, 2, 3] → [0.09, 0.24, 0.67]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Multi-Layer Perceptrons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more hidden layers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layer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Approximation Theorem: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continuous function can be approximated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sufficient hidden neurons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hidden layer is theoretically enough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deep networks are more efficient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Forward Propagation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network output: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a₁ = σ(W₁x + b₁)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a₂ = σ(W₂a₁ + b₂)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ŷ = σ(Wₒᵤₜaₙ + bₒᵤₜ)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transforms input nonlinearly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operations for efficiency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hierarchical feature learning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Loss Functions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Squared Error (MSE):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(1/n) Σ(yᵢ - ŷᵢ)²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regression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Penalizes large errors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-Σ(yᵢ log(ŷᵢ))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probability distribution similarity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Backpropagation (Part 1)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gradients: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output layer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chain rule moving backward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δₒᵤₜ = (ŷ - y) ⊙ σ'(zₒᵤₜ)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computations from forward pass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gradient calculation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training of deep networks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Backpropagation (Part 2)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computation: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∂L/∂W = δ × aᵀ (gradient w.r.t. weights)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∂L/∂b = δ (gradient w.r.t. bias)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= δ_next × W_nextᵀ ⊙ σ'(z) (propagate error)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step: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← W - α × ∂L/∂W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← b - α × ∂L/∂b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Concepts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Epochs: Full passes through training data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Batches: Dividing data for efficiency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size: number of samples per update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stable gradients than single samples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Rate (α):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step size in gradient descent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high: divergence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low: slow convergence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Algorithms (Part 1)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Gradient Descent (SGD):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← θ - α∇L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but can oscillate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Momentum: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← βv + ∇L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← θ - αv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Accumulates gradient direction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convergence, less oscillation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Algorithms (Part 2)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(Adaptive Moment Estimation):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Maintains first moment (mean) and second moment (variance)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← β₁m + (1-β₁)∇L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← β₂v + (1-β₂)(∇L)²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← θ - α × m / (√v + ε)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 in practice: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learning rates per parameter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default performance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Techniques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drop neurons during training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co-adaptation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Regularization effect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Normalization: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layer inputs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training, higher learning rates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Stopping: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validation loss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it stops improving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overfitting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F4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8: CNNs and RNNs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Specialized Architectures for Images and Sequences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Convolutional Neural Networks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have spatial structure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Neighboring pixels are related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to detect local patterns (edges, textures)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same filter across entire image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parameters compared to fully connected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spatial information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Components: Convolution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 operation: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filter over input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Element-wise multiply and sum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feature map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size: k×k (e.g., 3×3, 5×5)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filters: determines output channels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Stride: how many pixels to move filter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Padding: add zeros around edges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Components: Pooling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spatial dimensions: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Pooling: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maximum value in window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strongest features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Pooling: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average value in window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feature representation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computation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receptive field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invariance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Architecture Evolution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LeNet (1998):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success on digit recognition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 → Pool → FC layers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AlexNet (2012):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ImageNet breakthrough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layers, ReLU, dropout, GPU training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VGG (2014):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network (16-19 layers)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3×3 filters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depth matters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ResNet Innovation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Connections: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F(x) + x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connections over blocks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very deep networks (152+ layers)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vanishing gradient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information flow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optimization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Applications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Classification: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label to entire image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ResNet, EfficientNet, Vision Transformer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Detection: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 and classify objects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YOLO, Faster R-CNN, RetinaNet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Segmentation: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Pixel-level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U-Net, Mask R-CNN, FCN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Recurrent Neural Networks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Data Processing: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Text, time series, audio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length sequences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RNN Architecture: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state hₜ carries information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 = tanh(Wₓₓxₜ + Wₕₕhₜ₋₁ + bₕ)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yₜ = Wₕᵧhₜ + bᵧ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Unfolding through time: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timestep is a layer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weights across time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Vanishing Gradient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Gradients multiply across timesteps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|gradient| &lt; 1: exponential decay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sequences: gradient → 0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can't learn long-term dependencies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timesteps with gradient 0.9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Product: 0.9^100 ≈ 0.0000027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LSTM: Long Short-Term Memory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 Gate: fₜ = σ(Wf · [hₜ₋₁, xₜ] + bf)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discard from cell state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Gate: iₜ = σ(Wᵢ · [hₜ₋₁, xₜ] + bᵢ)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new information to add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Candidate: C̃ₜ = tanh(Wc · [hₜ₋₁, xₜ] + bc)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candidate values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Update: Cₜ = fₜ ⊙ Cₜ₋₁ + iₜ ⊙ C̃ₜ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LSTM: Output Gate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Gate: oₜ = σ(Wₒ · [hₜ₋₁, xₜ] + bₒ)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 what to output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cell state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State: hₜ = oₜ ⊙ tanh(Cₜ)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cell state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advantages: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state acts as memory highway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control information flow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Solves vanishing gradient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GRU: Gated Recurrent Unit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Simplified LSTM: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gate: rₜ = σ(Wᵣ[hₜ₋₁, xₜ] + bᵣ)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gate: zₜ = σ(Wz[hₜ₋₁, xₜ] + bz)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Candidate: h̃ₜ = tanh(W[rₜ ⊙ hₜ₋₁, xₜ] + b)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state: hₜ = (1-zₜ) ⊙ hₜ₋₁ + zₜ ⊙ h̃ₜ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parameters than LSTM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performance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training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Sequence-to-Sequence Models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RNN: processes input sequence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RNN: generates output sequence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vector: bridges encoder and decoder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translation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Enhancement: Attention mechanism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F4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9: Transformers &amp; Transfer Learning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and Modern Deep Learning</a:t>
            </a:r>
            <a:endParaRPr lang="en-US" sz="2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RNN Limitations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Processing: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process tokens one by one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parallelize during training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on long sequences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Issues: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LSTM/GRU, challenges with very long dependencies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bottleneck: single context vector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needed: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processing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information flow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Attention Mechanism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attention scores: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(Q): what we're looking for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(K): what we have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(V): what we extract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Dot-Product Attention: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= Q · Kᵀ / √(dₖ)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= softmax(scores)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= weights · V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Each position attends to all others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Self-Attention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Attending to all positions simultaneously: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sequence serves as Q, K, V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can see all others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computation possible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 Attention: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attention mechanisms in parallel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subspaces for different types of relationships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 and project outputs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Transformer Architecture (Part 1)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Stack: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Self-attention: parallel processing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Feed-forward network: pointwise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normalization: stabilization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connections: gradient flow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N times (typically 6 or 12)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Stack: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 structure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self-attention: can't see future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Cross-attention: attends to encoder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Transformer Architecture (Part 2)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Encoding: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has no inherent order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position information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PE(pos, 2i) = sin(pos / 10000^(2i/d))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PE(pos, 2i+1) = cos(pos / 10000^(2i/d))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Encodes both absolute and relative positions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Allows relative attention distances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BERT: Bidirectional Learning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objectives: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Language Model (MLM): predict masked tokens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Sentence Prediction: understand document structure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context: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tokens on both sides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understanding tasks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weights fine-tuning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Foundation for NLP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GPT Family: Autoregressive Models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Autoregressive approach: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one token at a time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on previous tokens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masking, see only left context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GPT-2: 1.5B parameters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GPT-3: 175B parameters, few-shot learning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GPT-4: multimodal, improved reasoning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Text generation, few-shot learning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 Strategies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Extraction: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pre-trained weights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only final layers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works with limited data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learning rate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all or some layers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model to new task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early layers, fine-tune later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 in NLP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Models: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massive text corpora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general language patterns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adapted to specific tasks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Approaches: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embeddings from pre-trained model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BERT/RoBERTa for classification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Prompt-based learning with large models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training data needed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performance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convergence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Tokenization and Embeddings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text into tokens (words, subwords, characters)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 word-based, BPE, WordPiece, SentencePiece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Embeddings: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Word2Vec: context-based vectors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GloVe: global co-occurrence matrix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FastText: character n-grams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Embeddings: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BERT/GPT: context-dependent representations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Tasks (Part 1)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text emotion (positive/negative/neutral)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product reviews, social media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Entity Recognition (NER):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and classify entities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Types: Person, Location, Organization, etc.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information extraction, knowledge graphs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Classification: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labels to documents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detection, topic classification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NLP Tasks (Part 2)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Translation: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between languages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Sequence-to-sequence models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Transformer-based (mBART, mT5)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Summarization: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concise summaries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 vs. extractive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news, documents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Answering: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questions about text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Applications: customer service, RAG systems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 Transformers (ViT)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77724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0584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Transformers to Images: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image into patches (16×16)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patches like tokens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transformer architecture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to CNNs: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inductive bias for locality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more training data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with pre-training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performance at scale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Unified vision-language models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2026-02-14T00:50:42Z</dcterms:created>
  <dcterms:modified xsi:type="dcterms:W3CDTF">2026-02-14T00:50:42Z</dcterms:modified>
</cp:coreProperties>
</file>