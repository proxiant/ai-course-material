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Model Context Protocol (MCP)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Tool servers, schemas, and the tool-use maximalist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June 21,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MCP is the cleanest abstraction available for separating tool definition from agent runtime. Cover the protocol, build a FastMCP tool server, and connect it to a Google ADK client. Introduce the tool-use maximalist pattern as a design choice with real tradeoffs.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Explain the MCP architecture (client, server, transport, capability negotiation)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Build a FastMCP server with three tools, full JSON schemas, and structured errors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Connect a Google ADK agent to the server and handle authentication via OAuth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the tool-use maximalist pattern and articulate when it breaks down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Write tool documentation that an LLM can read without ambiguity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MCP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Server exposes tools, resources, and prompts. Client (the agent host) negotiates capabilities at startup. Transport can be stdio, HTTP, or WebSocket. The contract is JSON-RPC underneath.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FastMCP and the developer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FastMCP wraps the protocol in decorator-style Python. A tool is a function with a typed signature. The schema is generated from the signature plus docstring.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Tool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Names matter. Docstrings matter more. Argument names and descriptions are the prompt the LLM reads at call time. A bad description produces wrong tool calls long before runtime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The tool-use maximalist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 one agent every tool. It works surprisingly often, scales further than people expect, and is much cheaper to operate than a multi-agent swarm. Fails when tools collide on similar names or when the catalog exceeds the model's selection bandwidth.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Authentication and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OAuth 2.1 with PKCE for user-delegated access. Service-account tokens for system tools. Per-tool scopes, not per-server scopes.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Errors, retries, and idempotency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Structured error returns let the agent reason about whether to retry. Idempotency keys prevent double-execution under retry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The MCP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Three pieces: a server (exposes tools, resources, prompts), a client (the agent host, negotiates capabilities at startup), and a transport (stdio, HTTP, WebSocket). The wire format is JSON-RPC. Capability negotiation happens once at the start of the session, so the agent knows what is available before it starts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FastMCP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from fastmcp import FastMCP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app = FastMCP('crm-tools')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@app.tool()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lookup_customer(customer_id: str) -&gt; dict: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'''Look up a customer record by ID. Returns name, plan,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and last login timestamp. Raises tool_unavailable if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the CRM is down.'''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crm_api.get(customer_id)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Tool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Names matter. Use verbs that match user intent. Docstrings matter more. The model reads the docstring at call time; ambiguity in the docstring produces wrong tool calls before any runtime error. Argument names are also the prompt. 'date' is bad; 'start_date_iso8601' is good.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The tool-use maximalist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 one agent every tool you have. It works further than people expect, and it is cheaper to operate than a multi-agent swarm. The failure mode is the catalog crossing the model's selection bandwidth: somewhere between 20 and 60 tools the model starts confusing similar ones. Measure this for your model before committing.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AuthN and AuthZ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OAuth 2.1 with PKCE for user-delegated access. Service-account tokens for system tools. Scopes per tool, not per server. Token refresh handled in the runtime so the agent never sees a credential. Log every consent grant.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Errors and idempotency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Structured error returns (tool_unavailable, invalid_input, rate_limited) let the agent reason about whether to retry and how to back off. Idempotency keys on writes prevent double-execution after retry. These two patterns together are the difference between a demo and a production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MCP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Anthropic, 2024 (modelcontextprotocol.io). The protocol itself, read as if it were a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Gorilla: Large Language Model Connected with Massive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Patil et al., 2023 (arXiv:2305.15334). Empirical limits of tool selection accuracy as the catalog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3 |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What does capability negotiation give you that runtime tool calls cannot?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Sketch a tool docstring that minimizes ambiguity for a date-range argument.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does the tool-use maximalist pattern break down for your model?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should idempotency keys be issued by the client, not the server?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FastMCP tool server: three tools, real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FastMCP server exposing a calendar reader, a CRM lookup, and an internal wiki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Google ADK client with MCP and OAuth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Connect a Google ADK agent to the lab 1 server, with OAuth 2.1 for the calendar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