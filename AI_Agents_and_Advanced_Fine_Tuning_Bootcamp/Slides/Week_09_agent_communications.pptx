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Agent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A2A, discovery, AuthN/AuthZ, and cooperation protocols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August 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Agent-to-agent communication is becoming a protocol problem, not a framework problem. Cover A2A, Agent Cards, discovery via Nanda and Cisco Agency, and the security boundary. Then cover cooperation protocols: role-based, voting-based, and debate-based.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Read and write an Agent Card and publish it to a discovery registry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Authenticate one agent to another and authorize specific capabilities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Choose between role-based, voting-based, and debate-based cooperation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Build an A2A flow that uses Google ADK on one end and a custom client on the other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Diagnose a failed cross-agent call from logs alone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A2A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common message envelope, a capability negotiation handshake, and a structured task object. Different from MCP, which is agent-to-tool.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Agent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self-describing manifest that lists capabilities, costs, limitations, and contact metadata. Read by both humans and other agents.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Nanda is a federated registry. Cisco Agency proposes a directory model with identity guarantees. Both compete for the role DNS plays for hostnames.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AuthN and AuthZ between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mTLS or signed JWTs at the transport layer. Scoped capabilities at the message layer. Audit log at every hop.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Role-based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Each agent has a fixed role (planner, worker, critic). Cheap, predictable, brittle when the task shifts.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Voting-based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 agents propose, a quorum votes on the best. Higher quality, higher cost. Useful when the verifier is weaker than the proposer.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Debate-based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Two agents argue opposite positions; a judge agent decides. Useful for catching subtle errors a single agent misses.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A2A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A2A is the emerging standard for agent-to-agent messaging. The envelope is structured (task, message, artifact). The handshake negotiates capabilities. The transport is HTTP or gRPC. Different from MCP, which is agent-to-tool. The two protocols are complementary, not competing.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Agent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self-describing manifest. Lists capabilities, cost estimates, latency expectations, contact metadata, and authentication requirements. Read by both humans (to decide if an agent fits) and other agents (to plan a call). Use JSON-LD or a similar structured format.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Discovery: Nanda and Cisco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Nanda proposes a federated registry: anyone can publish, anyone can query. Cisco Agency proposes a directory model with identity guarantees: agents have signed identities verifiable by a central authority. Both compete for the role DNS plays for hostnames. No winner yet; expect a hybrid.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AuthN and AuthZ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Transport layer: mTLS with rotated certificates or signed JWTs. Message layer: scoped capabilities, so agent B knows agent A is only allowed to call this one tool with these arguments. Every hop is logged with structured fields, not just 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Role-based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Each agent has a fixed role. The protocol is rigid: planner emits plan, workers execute, critic verifies. Cheap, predictable. Fails when the task shifts and roles need to renegotiate.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Voting-based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 agents propose solutions. A quorum votes on the best. Useful when the verifier is weaker than the proposers. Costs N times the inference. Pay it when correctness matters more than latency.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Debate-based cooperation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Two agents argue opposite positions. A judge agent decides. Catches errors that any single agent (including the judge) would miss. Most useful when answers are easy to verify but hard to generate.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AI Safety via 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Irving et al., 2018 (arXiv:1805.00899). Foundational for debate-based protocols.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A2A Protocol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Reading guide ships with the lab. Active spec, not a peer-reviewed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9 | Agent 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Sketch an Agent Card for a competitive-analysis agent that costs $0.30 per call.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would you choose voting over debate?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mTLS alone not satisfy AuthZ requirements?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task where role-based cooperation is the wrong default.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Ray Core and Ray Data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Ray Data pipeline that processes 100 GB of JSONL, runs an embedding step, and writes to a vector store.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A2A with Google ADK as one end and a custom Python client as the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Stand up a Google ADK agent that exposes an A2A endpoint and call it from a custom Python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