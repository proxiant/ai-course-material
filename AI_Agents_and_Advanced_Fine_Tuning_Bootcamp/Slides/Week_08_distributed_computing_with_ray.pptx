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Distributed Computing with 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Tasks, actors, parallelism, and production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November 22,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Ray is the connective tissue for serious agent and fine-tuning work. Cover data, tensor, and pipeline parallelism. Walk the four Ray subsystems: Train, Tune, Serve, and the core scheduler. Tie into vLLM for high-throughput inference and Airflow for orchestrating the full MLOps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Choose between data, tensor, and pipeline parallelism for a given training run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Write Ray tasks and actors and reason about object-store cost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Configure Ray Train for distributed fine-tuning across multiple GPUs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Serve a fine-tuned model with vLLM behind Ray Serve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Wire the training-evaluation-deployment loop into an Airflow DAG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Three parallelism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Data parallel: same model, sharded data. Tensor parallel: split each matrix multiply across devices. Pipeline parallel: split layers across devices. Mix as the model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Ray tasks, actors, object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Tasks are stateless. Actors hold state and a worker. Object store shares immutable data zero-copy across workers on the same node.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Ray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Wraps PyTorch DDP and Hugging Face Trainer with cluster-aware placement, checkpointing, and fault tolerance.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Ray 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Hyperparameter search with ASHA, Population Based Training, or Bayesian search. Stops bad runs 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Ray Serve and vLLM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Ray Serve provides routing, autoscaling, and traffic shaping. vLLM delivers continuous batching and PagedAttention. Compose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Production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Airflow DAG: pull data, build features, train, evaluate, gate on metric thresholds, register the model, deploy behind a canary.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Three parallelism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Data parallel: same model on every device, sharded data, all-reduce on gradients. The default for everything that fits. Tensor parallel: each matrix multiply is split across devices. Needed when the model does not fit on one device. Pipeline parallel: model layers split across devices, micro-batches stream through. Needed for very large models. Mix all three for the largest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Ray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@ray.remote(num_gpus=1)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class Embedder: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def __init__(self, model_id):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self.model = load(model_id)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def embed(self, batch):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return self.model.encode(batch)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actors = [Embedder.remote('bge-large') for _ in range(8)]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futures = [a.embed.remote(b) for a, b in zip(actors, batches)]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results = ray.get(futures)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Ray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Wraps PyTorch DDP, FSDP, and Hugging Face Trainer with cluster-aware placement, checkpointing, and fault tolerance. The right call when you have a multi-node training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Ray 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Hyperparameter search with early stopping. ASHA (async successive halving) is the default and works well. Population Based Training for schedules that depend on training dynamics. Bayesian search for expensive trials.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Ray Serve and vLLM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Ray Serve provides routing, autoscaling, and traffic shaping. vLLM provides continuous batching and PagedAttention, which together raise throughput 5 to 24 times over naive batching. Compose them: Ray Serve in front, vLLM as the model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Airflow MLOps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Pull data. Build features. Train (via Ray Train). Evaluate. Gate on metric thresholds. Register the model. Deploy behind a canary. Each step is a task, each gate is explicit, each deploy is reversible. The DAG is the documentation.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Ray: A Distributed Framework for Emerging 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Moritz et al., 2017 (arXiv:1712.05889).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Efficient Memory Management for Large Language Model Serving with PagedAttention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Kwon et al., 2023 (arXiv:2309.06180). The vLLM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8 | Distributed Computing with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70B model and decide on parallelism strategy for 8 A100s.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does the Ray object store provide no benefit over explicit serialization?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Describe the autoscaling policy you would set for a chat-style workload with bursty traffic.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What gates belong on the deploy edge in the Airflow DAG?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Batched inference with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Serve a fine-tuned model behind vLLM and Ray Serve, then load-test with full tracing.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Airflow MLOps pipeline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an Airflow DAG that pulls a dataset, fine-tunes with Ray Train, evaluates, and deploys to Ray Serve.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