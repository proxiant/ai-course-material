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10</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Architecting Agentic Systems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Nine production patterns and the doctrine of ruthless simplification</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Sunday, August 9,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AI Agents and Advanced Fine-Tuning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The week we step back and look at agentic systems as software architecture. Cover the agentic OSI model and nine production design patterns: router, fan-out/fan-in, orchestrator-workers, evaluator-optimizer, autonomy ladder, sandbox-then-act, supervisor-with-veto, cache-and-skip, and the long-running task pattern. Close with the doctrine of ruthless simplification.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Place each component of an agentic system in the agentic OSI model</a:t>
            </a:r>
          </a:p>
          <a:p>
            <a:pPr algn="l">
              <a:spcAft>
                <a:spcPts val="600"/>
              </a:spcAft>
            </a:pPr>
            <a:r>
              <a:rPr sz="1500">
                <a:solidFill>
                  <a:srgbClr val="333333"/>
                </a:solidFill>
                <a:latin typeface="Calibri"/>
              </a:rPr>
              <a:t>  •  Select the correct production pattern for a given problem shape</a:t>
            </a:r>
          </a:p>
          <a:p>
            <a:pPr algn="l">
              <a:spcAft>
                <a:spcPts val="600"/>
              </a:spcAft>
            </a:pPr>
            <a:r>
              <a:rPr sz="1500">
                <a:solidFill>
                  <a:srgbClr val="333333"/>
                </a:solidFill>
                <a:latin typeface="Calibri"/>
              </a:rPr>
              <a:t>  •  Recognize anti-patterns: god agent, hidden state, silent retries, and others</a:t>
            </a:r>
          </a:p>
          <a:p>
            <a:pPr algn="l">
              <a:spcAft>
                <a:spcPts val="600"/>
              </a:spcAft>
            </a:pPr>
            <a:r>
              <a:rPr sz="1500">
                <a:solidFill>
                  <a:srgbClr val="333333"/>
                </a:solidFill>
                <a:latin typeface="Calibri"/>
              </a:rPr>
              <a:t>  •  Apply ruthless simplification when an architecture starts to sprawl</a:t>
            </a:r>
          </a:p>
          <a:p>
            <a:pPr algn="l">
              <a:spcAft>
                <a:spcPts val="600"/>
              </a:spcAft>
            </a:pPr>
            <a:r>
              <a:rPr sz="1500">
                <a:solidFill>
                  <a:srgbClr val="333333"/>
                </a:solidFill>
                <a:latin typeface="Calibri"/>
              </a:rPr>
              <a:t>  •  Build a runnable example of three patterns in LangGraph</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agentic OSI model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Transport (HTTP/MCP/A2A), session, capability, planning, execution, and presentation. A useful mental model when debugging cross-layer failures.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Router pattern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One small classifier routes input to one of N specialized agents. Cheap and predictable. The first pattern to try.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Fan-out / fan-in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Split work to N parallel agents, merge results. Useful for comparison, voting, and parallel search.</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Orchestrator-workers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One agent plans and delegates; many workers execute. The standard pattern for non-trivial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Evaluator-optimizer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One agent generates, another evaluates, the first revises. Pair well with structured rubrics.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Autonomy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Start at suggest-only, escalate to approve-each-step, then to approve-batches, then to autonomous with audit. Production deployments should ratchet up, never start at the top.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Sandbox-then-act, supervisor-with-veto, cache-and-skip, long-running task</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Four more patterns for safety, oversight, cost control, and asynchronous work. Each maps to a specific failure mode it prevents.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8. Ruthless simplification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Default to deleting components. A pipeline you can describe in one page is a pipeline you can debug at 3 AM.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agentic OSI model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Six layers, top to bottom. Presentation (how the user sees results). Execution (the agent loop itself). Planning (the model's reasoning trace). Capability (which tools and which agents). Session (state across turns). Transport (HTTP, MCP, A2A). Useful for debugging because you can isolate which layer failed.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Router pattern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 small classifier routes input to one of N specialized agents. The classifier can be a small model or even rules. Cheap, predictable, easy to test. The first pattern to try.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Fan-out / fan-in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Split work to N parallel agents. Merge results. Useful for comparison, parallel search, and voting. The merge step is where the design effort goes.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Orchestrator-workers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One planner agent emits a task tree. Workers execute leaves. The planner does not execute; the workers do not plan. Standard pattern for non-trivial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Evaluator-optimizer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One agent generates, another evaluates, the first revises. Pair well with structured rubrics. Stop condition is either a quality threshold or a max-iteration cap.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Autonomy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Production deployments start at suggest-only and ratchet up over time. Stages: suggest, approve-each, approve-batch, approve-on-anomaly, autonomous-with-audit. Never start at autonomous, no matter how good the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Sandbox-then-act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Try the action in a sandbox first. Apply for real only if the sandbox result matches expectations. Costs one extra call per action. Required for destructive tools.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8. Supervisor-with-veto, cache-and-skip, long-running task</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Supervisor-with-veto: a small fast model can veto the main agent's actions. Cache-and-skip: cache tool results by argument and skip duplicate calls. Long-running task: asynchronous pattern for tasks measured in minutes or hours, with checkpointing and resume.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9. Ruthless simplification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Delete components. If you cannot describe the system in one page, simplify before adding. Most production agent failures we see come from over-architecting, not under-architecting. A pipeline you can describe at 3 AM is a pipeline you can debug at 3 AM.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Building Effective Agents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Anthropic engineering blog, 2024. A reference catalog of the patterns above.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The Bitter Lesson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Sutton, 2019. Read as a counterweight to over-architecting.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Architecting Agentic Systems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Place a tool-call timeout failure on the agentic OSI model.</a:t>
            </a:r>
          </a:p>
          <a:p>
            <a:pPr algn="l">
              <a:spcAft>
                <a:spcPts val="600"/>
              </a:spcAft>
            </a:pPr>
            <a:r>
              <a:rPr sz="1500">
                <a:solidFill>
                  <a:srgbClr val="333333"/>
                </a:solidFill>
                <a:latin typeface="Calibri"/>
              </a:rPr>
              <a:t>  •  When does fan-out / fan-in beat a single agent? When does it not?</a:t>
            </a:r>
          </a:p>
          <a:p>
            <a:pPr algn="l">
              <a:spcAft>
                <a:spcPts val="600"/>
              </a:spcAft>
            </a:pPr>
            <a:r>
              <a:rPr sz="1500">
                <a:solidFill>
                  <a:srgbClr val="333333"/>
                </a:solidFill>
                <a:latin typeface="Calibri"/>
              </a:rPr>
              <a:t>  •  Where on the autonomy ladder should an agent that drafts customer emails sit?</a:t>
            </a:r>
          </a:p>
          <a:p>
            <a:pPr algn="l">
              <a:spcAft>
                <a:spcPts val="600"/>
              </a:spcAft>
            </a:pPr>
            <a:r>
              <a:rPr sz="1500">
                <a:solidFill>
                  <a:srgbClr val="333333"/>
                </a:solidFill>
                <a:latin typeface="Calibri"/>
              </a:rPr>
              <a:t>  •  Pick a system you have built and apply ruthless simplification. What would you delete?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A2A with LangGraph plus an agent registry</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Build two LangGraph agents that discover each other through a registry and exchange a task end to end.</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Three agentic design patterns in code</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Implement Router, Orchestrator-Workers, and Evaluator-Optimizer on the same task and compare quality and cost.</a:t>
            </a:r>
          </a:p>
        </p:txBody>
      </p:sp>
      <p:sp>
        <p:nvSpPr>
          <p:cNvPr id="8" name="TextBox 7"/>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on Wednesday | Project due next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