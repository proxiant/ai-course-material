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Proxiant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5FF5"/>
                </a:solidFill>
                <a:latin typeface="Calibri"/>
              </a:rPr>
              <a:t>Week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Multiple Agents and Deep RL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06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Design patterns, uncertainty, and RL on real LLMs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Sunday, November 15,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AI Agents and Advanced Fine-Tuning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Today's 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Where we are in the 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Move from single-agent RL to multi-agent systems and deep RL on actual LLMs. Cover engineering patterns (SRP, facades), the distinction between epistemic and aleatoric uncertainty, and the tradeoffs between tool-maximalist single agents and multi-agent architectures. The lab trio runs PPO, GRPO, and DPO on real LLMs.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Apply Single Responsibility Principle and facade patterns to agent design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Distinguish epistemic from aleatoric uncertainty and choose the right response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Make idempotent tool calls that survive retries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Run PPO on an LLM with TRL and recover from training instability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Run GRPO and DPO on the same base model and compare convergence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Concepts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SRP and facades in agent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One agent, one responsibility. A facade agent wraps a noisy sub-system and presents a clean tool to the rest of the team.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Epistemic vs aleatoric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Epistemic is what the model does not know but could learn. Aleatoric is what is genuinely random. Treat them differently: more data fixes the first; better calibration is the only response to the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Idempotency in tool calls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Every write tool should accept an idempotency key. Every retry should be a no-op if the prior call succeeded. This is non-negotiable in agent systems.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Tool-maximalist vs multi-agent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One agent with twenty tools beats five agents with four tools each, until the catalog crosses a model-specific bandwidth limit. Test both before committing.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PPO on LLMs: practical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KL penalty is the difference between stable and divergent training. Reference model is non-negotiable. Reward scaling matters more than people expect.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GRPO on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Sample N completions per prompt. Compute group-relative advantage. Drops the value head and the memory footprint by roughly half.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DPO on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Pure preference data, no reward model, no sampling at training time. Cheaper and simpler but less expressive than PPO for multi-turn tasks.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Deeper Look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1. Single Responsibility Principle for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An agent should do one thing. If you cannot describe its responsibility in one sentence, split it. This sounds obvious until you see a single 'general assistant' agent that holds the entire system together. Such agents are untestable and unobservable.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2. Facade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A facade agent wraps a noisy sub-system and presents a clean tool to the rest of the team. Useful when a legacy API requires multiple calls, retries, and reconciliation. The facade hides complexity; the rest of the system stays simple.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3. Epistemic vs aleatoric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Epistemic: the model does not know but could learn with more data. Aleatoric: the world is genuinely random. More data fixes epistemic. Only calibration helps with aleatoric. Confusing the two leads to over-collection of training data that cannot improve the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4. Idempotency is the difference between demo and prod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Every write tool accepts an idempotency key. Every retry with the same key is a no-op if the prior call succeeded. Without this, every transient failure becomes a double-charge incident waiting to happen.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5. Tool-maximalist vs multi-agent: pick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The choice is empirical, not philosophical. Measure both on your task: quality, cost, latency, observability. The tool-maximalist single agent wins more often than engineers expect. Multi-agent wins when responsibilities are genuinely separable and the agents have different reward functions.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6. PPO on real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KL penalty against a reference model is non-negotiable. Without it the policy drifts off the manifold and reward hacking becomes inevitable. Reward scaling matters: scale rewards so the median advantage is order of magnitude 1. Use a small enough learning rate (1e-6 to 5e-6 for 7B models).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7. GRPO and DPO in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GRPO: sample group size 4 to 8 per prompt. Larger groups give better advantage estimates but cost more. DPO: beta in 0.05 to 0.2 is the practical range. Lower beta follows preferences more aggressively but can overfit.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Papers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Constitutional AI: Harmlessness from AI Feedback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Bai et al., 2022 (arXiv:2212.08073). Multi-stage RL with AI-generated preferences.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Group Relative Policy Optimization (DeepSeekMath section)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Shao et al., 2024 (arXiv:2402.03300). Same paper as week 6, deeper read.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88952" cy="45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5FF5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2761"/>
                </a:solidFill>
                <a:latin typeface="Calibri"/>
              </a:rPr>
              <a:t>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114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Week 7 | Multiple Agents and Deep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2761"/>
                </a:solidFill>
                <a:latin typeface="Calibri"/>
              </a:rPr>
              <a:t>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Describe a system where SRP failure produced a debugging nightmare.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Give a use case for a facade agent that beats a direct tool integration.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Pick an example of aleatoric uncertainty that a junior engineer might mistake for epistemic.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  •  Why does PPO without KL penalty produce reward hacking?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5FF5"/>
                </a:solidFill>
                <a:latin typeface="Calibri"/>
              </a:rPr>
              <a:t>This Week's Labs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A: PPO on an LLM with TRL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Fine-tune a 1B-parameter base model with PPO on a reward model trained from human preferences.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B: GRPO with TRL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51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Fine-tune the same base model with GRPO and compare to the PPO run.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Lab C: DPO on an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747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Fine-tune the base model with DPO on the preference pairs that produced the reward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Quiz on Wednesday | Project due next Sunday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