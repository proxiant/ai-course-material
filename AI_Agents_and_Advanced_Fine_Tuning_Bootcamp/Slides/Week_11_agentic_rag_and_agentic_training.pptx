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Proxiant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5FF5"/>
                </a:solidFill>
                <a:latin typeface="Calibri"/>
              </a:rPr>
              <a:t>Week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Agentic RAG and Agentic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Multi-hop retrieval, HyDE, and trajectory-based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Sunday, August 16,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 Agents and Advanced Fine-Tuning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Today's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11 | Agentic RAG and Agentic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Where we are in the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Cover serious agentic RAG: multi-hop, HyDE, query decomposition, and multi-source routing. Then introduce trajectory-based agentic training with Microsoft Agent Lightning. The lab pair builds a real agentic RAG system and trains an agent on its own trajectories.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11 | Agentic RAG and Agentic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Decompose a multi-hop question into a sequence of retrievable sub-queries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Use HyDE to bridge the query-document distribution gap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Route across multiple retrieval sources (vector, BM25, SQL, API)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Capture agent trajectories with the data shape required for training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Train an agent on its own trajectories using Microsoft Agent Lightning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Concepts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11 | Agentic RAG and Agentic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Multi-hop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Hard questions need multiple retrievals chained together. The challenge is intermediate evaluation: knowing when the partial answer is good enough to query again.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11 | Agentic RAG and Agentic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HyDE (Hypothetical Document Embeddings)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Generate a plausible answer first, embed that, retrieve against the result. Closes the query-document distribution gap. Cheap and surprisingly effective.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11 | Agentic RAG and Agentic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Query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Two flavors: predetermined (planner emits all sub-queries up front) and adaptive (each sub-query depends on prior results). Pick based on how often the planner can predict the full path.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11 | Agentic RAG and Agentic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Multi-source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Different sources answer different questions. A small classifier routes; a fallback agent reconciles disagreement.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11 | Agentic RAG and Agentic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Trajectory-based agentic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Every successful agent run is a training example. Capture state, action, observation, reward at each step. Reuse to train smaller, faster, cheaper agents.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11 | Agentic RAG and Agentic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Microsoft Agent Lightning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 framework for capturing trajectories and training on them. Handles the data shape, the bookkeeping, and the loss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Deeper Look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11 | Agentic RAG and Agentic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Multi-hop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Hard questions need multiple retrievals chained together. The agent decides what to retrieve next given partial answers. The challenge is intermediate evaluation: when is the partial answer good enough to query again, and when has the chain gone off the rails.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11 | Agentic RAG and Agentic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HyDE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solidFill>
            <a:srgbClr val="1B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def hyde_retrieve(query, k=8):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hypo = llm.generate(f'Write a passage answering: {query}')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return vector_store.search(embed(hypo), k=k)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11 | Agentic RAG and Agentic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Query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Predetermined: planner emits all sub-queries up front. Predictable but rigid. Adaptive: each sub-query depends on prior results. Flexible but harder to evaluate. Pick based on how often the planner can predict the full path.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11 | Agentic RAG and Agentic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Multi-source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Vector store for semantic queries. BM25 for keyword queries. SQL for structured queries. APIs for live data. A small router classifies the query and picks the source. A fallback agent reconciles when sources disagree.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11 | Agentic RAG and Agentic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Trajectory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Every successful agent run is a training example. Capture (state, action, observation, reward) at each step. Store the full trace. Filter for success, balance by task type, and you have a training 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11 | Agentic RAG and Agentic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Microsoft Agent Lightning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 framework for trajectory-based agent training. Handles the data shape, the bookkeeping, the loss design. Use it to train smaller, faster students from larger, slower teachers. The savings compound: faster inference, less GPU time, lower cost per query.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Papers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11 | Agentic RAG and Agentic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Precise Zero-Shot Dense Retrieval without Relevance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Gao et al., 2022 (arXiv:2212.10496). The HyDE paper.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11 | Agentic RAG and Agentic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Self-RAG: Learning to Retrieve, Generate, and Critique through Self-Reflection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Asai et al., 2023 (arXiv:2310.11511).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11 | Agentic RAG and Agentic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Agent Lightning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Microsoft Research, 2024. Reading guide ships with the lab.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Review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11 | Agentic RAG and Agentic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Review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Give a question where HyDE helps. Give one where it does not.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Pick a corpus where adaptive decomposition is mandatory. Justify.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How do you balance training trajectories when some task types are over-represented?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What is the largest student model that still benefits from this kind of training?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5FF5"/>
                </a:solidFill>
                <a:latin typeface="Calibri"/>
              </a:rPr>
              <a:t>This Week's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A: Agentic RAG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Build a multi-hop agentic RAG over a 100K-document corpus with vector, BM25, and SQL backends.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B: Agentic training with Microsoft Agent Lightning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Capture trajectories from the lab 1 system and train a smaller agent to imitate the successful runs.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Quiz on Wednesday | Project due next Sunday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