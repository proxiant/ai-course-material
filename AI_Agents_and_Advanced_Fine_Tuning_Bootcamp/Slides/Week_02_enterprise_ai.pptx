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Proxiant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5FF5"/>
                </a:solidFill>
                <a:latin typeface="Calibri"/>
              </a:rPr>
              <a:t>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Enterprise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Reasoning workflows, agentic RAG, and multi-agent teams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Sunday, June 14,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AI Agents and Advanced Fine-Tuning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Today's 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2 | Enterprise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Where we are in the bootcamp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Move from a single agent to enterprise patterns. Cover autonomous reasoning workflows, task decomposition, persistent memory, and the first taste of agentic RAG. Introduce multi-agent teams and the game theory that governs cooperation and defection. The lab gets students running real workflows in Google ADK and LangGraph.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2 | Enterprise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Decompose a high-level task into a planner-worker-critic structure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Implement persistent memory using short-term scratchpad plus long-term vector store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Compare static RAG with agentic RAG on retrieval recall and answer faithfulness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Identify cooperation, defection, and coalition formation in multi-agent settings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Build a production evaluation rubric covering quality, cost, latency, and safety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Concepts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2 | Enterprise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1. Autonomous reasoning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Chain-of-thought is a prompting trick. A reasoning workflow is a verifiable program: each step has inputs, outputs, a tool, and a check.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2 | Enterprise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2. Task decomposition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Top-down (planner emits a tree) versus bottom-up (worker discovers sub-tasks as it runs). Tradeoffs in observability and recovery.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2 | Enterprise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3. Memory architectures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Scratchpad (this turn), session memory (this conversation), and semantic memory (this user, this domain). Different stores, different retention, different eviction.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2 | Enterprise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4. Agentic RAG, first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The agent decides what to retrieve, when to retrieve, and whether to retrieve again after partial answers. Contrast with one-shot RAG.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2 | Enterprise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5. Multi-agent teams and game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Cooperative, competitive, and mixed-motive settings. When agents share a reward, when they have private rewards, when reputation is the only signal that keeps the system honest.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2 | Enterprise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6. Production evaluation rubric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Four axes: quality (judged by humans or rubric), cost (tokens and tool calls), latency (P50 and P95), and safety (refusal correctness, leak rate, jailbreak resistance).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Deeper Look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2 | Enterprise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1. Reasoning workflows as programs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Chain-of-thought is a prompting trick that helps the model think out loud. A reasoning workflow is a program: each step has typed inputs, typed outputs, an associated tool, and a verification rule. The verification rule is what makes the workflow auditable. Without it you have a black box that occasionally hallucinates.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2 | Enterprise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2. Top-down vs bottom-up decomposition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Top-down: a planner emits the full task tree before any worker runs. Bottom-up: each worker discovers sub-tasks as it goes. Top-down is observable and predictable. Bottom-up handles tasks where the structure is unknown ahead of time. Most production systems are hybrid: top-down for the outer loop, bottom-up inside leaves.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2 | Enterprise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3. Memory as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1247120" cy="4937760"/>
          </a:xfrm>
          <a:prstGeom prst="rect">
            <a:avLst/>
          </a:prstGeom>
          <a:solidFill>
            <a:srgbClr val="1B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class MemoryStack: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   scratchpad: List[Turn]      # cleared on response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   session:    DurableLog      # cleared on session end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   semantic:   VectorStore     # cleared by policy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   def recall(self, query):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       return (self.scratchpad,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               self.session.recent(50),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               self.semantic.search(query, k=8))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2 | Enterprise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4. Agentic RAG, the first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Static RAG retrieves once before the model runs. Agentic RAG lets the model decide when to retrieve, what to retrieve, and whether to retrieve again after a partial answer. The cost is latency and tokens. The benefit is answers to questions that need multi-hop reasoning.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2 | Enterprise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5. Game theory for multi-agent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When agents share a reward, the system is cooperative and the failure mode is freeloading. When agents have private rewards, the system is competitive and the failure mode is defection. Most real systems are mixed-motive: aligned at the goal but competing for shared resources (tokens, tools, time). Design the protocol around the motive mix, not around the technology.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2 | Enterprise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6. Evaluation rubric: four axes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Quality (rubric or human judgment). Cost (tokens + tool calls). Latency (P50 and P95, never just the mean). Safety (refusal correctness, jailbreak resistance, sensitive data leakage). Track all four from day one. A system that scores well on three and badly on one is not production-ready.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Papers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2 | Enterprise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Reflexion: Language Agents with Verbal Reinforcement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Shinn et al., 2023 (arXiv:2303.11366). Self-reflection loops as an implicit credit assignment mechanism.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2 | Enterprise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AutoGen: Enabling Next-Gen LLM Applications via Multi-Agent Conversation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Wu et al., 2023 (arXiv:2308.08155). Microsoft's reference framework for multi-agent dialogue.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Review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2 | Enterprise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Review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Give an example task where bottom-up decomposition beats top-down.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Why should scratchpad and semantic memory not share an eviction policy?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When does agentic RAG provide no benefit over static RAG?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Define a mixed-motive setting using a multi-agent code review example.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5FF5"/>
                </a:solidFill>
                <a:latin typeface="Calibri"/>
              </a:rPr>
              <a:t>This Week's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Lab A: Google ADK basics: build a research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Use Google Agent Development Kit to assemble a planner-worker-critic team that answers analyst questions over a small SEC filings corpus.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Lab B: LangGraph basics: control flow with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Recreate the same research assistant in LangGraph with explicit state schema and conditional edges.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Quiz on Wednesday | Project due next Sunday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