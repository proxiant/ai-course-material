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Fine-Tuning Foundations and Economy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Embeddings, contrastive loss, LoRA, qLoRA, and Chinchilla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Sunday, July 5,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AI Agents and Advanced Fine-Tuning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The first fine-tuning week. Cover embeddings and contrastive objectives (Triplet, InfoNCE, SimCLR). Walk through Chinchilla scaling to set intuition about parameter-to-token ratios. Then dive into parameter-efficient fine-tuning: LoRA, rank allocation, quantization, soft prompting, and steering vectors. The lab compares full fine-tuning, LoRA, and qLoRA head to head.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Choose between Triplet, InfoNCE, and SimCLR for a given embedding task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Chinchilla scaling to estimate the right model size for a token budget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Configure LoRA with rank, alpha, and target module choices appropriate to the task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Quantize a base model to 4-bit and fine-tune with qLoRA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Compare full fine-tuning, LoRA, and qLoRA on a fixed downstream 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Embeddings as the universal currency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Every modern retrieval, classification, clustering, and RAG system rests on embeddings. The objective you train with shapes the geometry you 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Contrastive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Triplet (anchor, positive, negative with margin). InfoNCE (anchor against batch of negatives). SimCLR (augmentation-based positives). Tradeoffs in sample efficiency and hard-negative handling.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Chinchilla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For a fixed compute budget, optimal model size and training tokens scale together at roughly 20 tokens per parameter. Implications for your fine-tuning budget.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LoRA: the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Adapt frozen weights W with a low-rank update BA, where rank r is small. Update only BA. Recover full-precision performance on most downstream tasks at one to two percent of the trainable parameters.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Rank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Higher rank helps when the downstream task changes the model's semantics. Lower rank suffices when only style or format changes. Per-layer rank schedules sometimes beat uniform allocation.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qLoRA and quantization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Quantize the base model to 4-bit (NF4 with double quantization), train LoRA adapters in 16-bit. Cuts memory by roughly four times with little accuracy loss on most tasks.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Soft prompting and steering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Soft prompts train a small embedding prefix instead of adapter weights. Steering vectors edit activations at inference. Cheap, narrow, and surprisingly effective for tone control.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Embedding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An embedding is a point in a high-dimensional vector space. The geometry is what gets used downstream: cosine similarity for retrieval, k-means for clustering, classifiers on top for classification. The objective you train with shapes the geometry. Pick the objective with the downstream use in mind.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Contrastive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Triplet loss uses an anchor, a positive, a negative, and a margin. Simple but sensitive to triplet mining. InfoNCE uses one positive and a batch of negatives, with a softmax over similarities. Stable and the modern default. SimCLR is InfoNCE with augmentation-derived positives, useful when labels are scarce.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Chinchilla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For a fixed compute budget, optimal model size and training tokens scale together at roughly 20 tokens per parameter. A 7B model wants about 140B tokens. Knowing your token budget tells you the right model size. Over-trained smaller models often beat under-trained larger ones.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LoRA mechanics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from peft import LoraConfig, get_peft_model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config = LoraConfig(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r=16, lora_alpha=32,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target_modules=['q_proj', 'v_proj', 'o_proj'],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lora_dropout=0.05,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task_type='CAUSAL_LM',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model = get_peft_model(base_model, config)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Rank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Higher rank helps when the task changes semantics (domain shift, new language). Lower rank suffices for style and format changes. Per-layer rank schedules (higher in middle layers) sometimes beat uniform allocation but are rarely worth the complexity.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qLoRA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Quantize the base model to 4-bit (NF4 with double quantization). Train LoRA adapters in 16-bit on top. Memory drops by roughly four times. Accuracy stays within 1 to 2 points on most tasks. The free lunch is real, with caveats: very small base models (under 1B) and very long contexts can degrade more than expected.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Soft prompting and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Soft prompting trains a small prefix of trainable embeddings. Tiny parameter count, narrow control. Steering vectors are activation edits at inference time, computed from contrastive examples. Cheap, narrow, and surprisingly effective for tone.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LoRA: Low-Rank Adaptation of Large Language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Hu et al., 2021 (arXiv:2106.09685).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QLoRA: Efficient Finetuning of Quantized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Dettmers et al., 2023 (arXiv:2305.14314).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Training Compute-Optimal Large Language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Hoffmann et al., 2022 (arXiv:2203.15556). The Chinchilla paper.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Fine-Tuning Foundations and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downstream task and choose between Triplet, InfoNCE, and SimCLR. Justify.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Given a 50B-token corpus and 1 GPU-week budget, what model size do you train?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does LoRA fail to match full fine-tuning, and why?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qLoRA degrade more on long contexts?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Contrastive embedder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Fine-tune a sentence embedder on a domain corpus using InfoNCE and evaluate on a downstream retrieval task.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Full fine-tuning vs LoRA vs qLoRA, head to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Fine-tune the same base model three ways on a domain instruction set and compare cost, time, and downstream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on Wednesday | Project due next Sunday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