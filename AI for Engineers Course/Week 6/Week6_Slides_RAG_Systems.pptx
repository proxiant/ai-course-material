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RAG Systems and Knowledge Engineering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Proxiant Academy | AI for Engineers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16: RAG Architecture Deep Dive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overview: Retrieve, Augment, Generate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783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loading strategies (PDF, HTML, Markdown, code)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strategies: fixed, recursive, semantic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models comparison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8404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methods: similarity, MMR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5262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augmentation and context management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2120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tracking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17: Advanced RAG Techniques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Re-ranking with cross-encoders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transformation (HyDE, expansion)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and iterative retrieval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with RAGAS framework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filtering and hybrid search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tables, images, structured data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18: Knowledge Graphs and Structured Retrieval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graphs: entities, relationships, triples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and Cypher query language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KGs from text using LLMs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RAG with knowledge graphs (GraphRAG)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retrieval: Text-to-SQL, API calls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the right retrieval approach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83080" y="1783080"/>
            <a:ext cx="137160" cy="274320"/>
          </a:xfrm>
          <a:prstGeom prst="rightArrow">
            <a:avLst/>
          </a:prstGeom>
          <a:solidFill>
            <a:srgbClr val="2E86AB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783080"/>
            <a:ext cx="137160" cy="274320"/>
          </a:xfrm>
          <a:prstGeom prst="rightArrow">
            <a:avLst/>
          </a:prstGeom>
          <a:solidFill>
            <a:srgbClr val="2E86AB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137160" cy="274320"/>
          </a:xfrm>
          <a:prstGeom prst="rightArrow">
            <a:avLst/>
          </a:prstGeom>
          <a:solidFill>
            <a:srgbClr val="2E86AB"/>
          </a:solidFill>
          <a:ln/>
        </p:spPr>
      </p:sp>
      <p:sp>
        <p:nvSpPr>
          <p:cNvPr id="12" name="Shape 10"/>
          <p:cNvSpPr/>
          <p:nvPr/>
        </p:nvSpPr>
        <p:spPr>
          <a:xfrm>
            <a:off x="484632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783080"/>
            <a:ext cx="137160" cy="274320"/>
          </a:xfrm>
          <a:prstGeom prst="rightArrow">
            <a:avLst/>
          </a:prstGeom>
          <a:solidFill>
            <a:srgbClr val="2E86AB"/>
          </a:solidFill>
          <a:ln/>
        </p:spPr>
      </p:sp>
      <p:sp>
        <p:nvSpPr>
          <p:cNvPr id="15" name="Shape 13"/>
          <p:cNvSpPr/>
          <p:nvPr/>
        </p:nvSpPr>
        <p:spPr>
          <a:xfrm>
            <a:off x="630936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Prompt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635240" y="1783080"/>
            <a:ext cx="137160" cy="274320"/>
          </a:xfrm>
          <a:prstGeom prst="rightArrow">
            <a:avLst/>
          </a:prstGeom>
          <a:solidFill>
            <a:srgbClr val="2E86AB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0" y="1371600"/>
            <a:ext cx="1280160" cy="1097280"/>
          </a:xfrm>
          <a:prstGeom prst="rect">
            <a:avLst/>
          </a:prstGeom>
          <a:solidFill>
            <a:srgbClr val="2E86AB"/>
          </a:solidFill>
          <a:ln w="254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0" y="164592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optimizes the retrieval and generation quality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6: Key Learnings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grounds LLM responses in real documents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preparation is critical for quality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techniques improve relevance significantly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35204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graphs enable structured reasoning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guide system improvement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50749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require robust pipelines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2026-02-14T03:00:40Z</dcterms:created>
  <dcterms:modified xsi:type="dcterms:W3CDTF">2026-02-14T03:00:40Z</dcterms:modified>
</cp:coreProperties>
</file>