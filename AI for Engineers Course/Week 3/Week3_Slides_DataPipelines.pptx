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Data Pipelines &amp; ETL/ELT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B4D8"/>
                </a:solidFill>
              </a:rPr>
              <a:t>Week 3 - Session 7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Session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Topics Covered: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ETL vs ELT patterns and use cases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Building data pipelines with Python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Data quality and validation frameworks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Pydantic for data validation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Data versioning strategies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3A5C"/>
                </a:solidFill>
              </a:rPr>
              <a:t>By the end of this session, you'll understand how to design and implement robust data pipelines for AI applications.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ETL vs ELT Patterns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017520"/>
          </a:xfrm>
          <a:prstGeom prst="rect">
            <a:avLst/>
          </a:prstGeom>
          <a:solidFill>
            <a:srgbClr val="E8F4F8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ETL (Extract-Transform-Load)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Transform before storage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762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Schema-on-write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151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Traditional warehouses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0540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Higher compute upfront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4930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Lower storage costs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Faster queries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840480" cy="3017520"/>
          </a:xfrm>
          <a:prstGeom prst="rect">
            <a:avLst/>
          </a:prstGeom>
          <a:solidFill>
            <a:srgbClr val="E8F4F8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ELT (Extract-Load-Transform)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Transform after loading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1762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Schema-on-read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6151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Data lakes &amp; warehouses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0540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Lower compute upfront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4930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Higher storage costs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931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More flexible queries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 Quality 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Dimensions of Data Quality: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Completeness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6459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No missing values in critical fields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22860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Data matches real-world values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Consistency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29260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Data is uniform across systems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Timeliness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5661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Data is current and available when needed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Validity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42062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Data conforms to required formats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Pydantic for Data 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Why Pydantic?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Runtime type checking and validation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Automatic error messages with precise details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JSON serialization/deserialization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Supports complex nested models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Custom validators for business logic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Performance optimized with Rust backend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Pydantic Example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Field, validator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List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DataRecord(BaseModel):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 = Field(..., min_length=1)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created_at: datetime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float = Field(..., gt=0, le=1000)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@validator('email')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email_valid(cls, v):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'@' not in v: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ValueError('Invalid email')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v.lower()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 Versioning Strategies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Approaches: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</a:rPr>
              <a:t>Git-based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DVC (Data Version Control)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Stores metadata in Git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Good for small-medium datasets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</a:rPr>
              <a:t>Database-based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Timestamps/version columns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Audit trails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Point-in-time recovery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</a:rPr>
              <a:t>Delta Lake/Iceberg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ACID transactions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Schema evolution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Time travel queries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 Pipeline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09728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097280"/>
            <a:ext cx="10972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Extract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1097280"/>
            <a:ext cx="10972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097280"/>
            <a:ext cx="10972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Transform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097280"/>
            <a:ext cx="10972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1097280"/>
            <a:ext cx="109728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Monitor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Key Considerations: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Scalability: Handle increasing data volumes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Fault tolerance: Retry logic and error handling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Idempotency: Safe to re-run without side effects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Monitoring: Track success rates and data quality metrics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Documentation: Clear lineage and transformation logic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Pipeline Error Handling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Retry Logic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09728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Exponential backoff for transient failures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2860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Circuit Breaker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7373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Prevent cascading failures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22860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Dead Letter Queues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3774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Capture and replay failed records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2860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632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Monitoring &amp; Alerts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30175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Real-time anomaly detection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22860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03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Idempotent Operations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36576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Safe to retry without duplication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Best Practices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Design Principles: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Separate concerns: Extract, validate, transform logic independent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Version your schema: Track changes over 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Test incrementally: Unit test each transformation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Document data lineage: Track source to destination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Automate validation: Use declarative rules, not imperative 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Monitor quality: Set alerts for anomalies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Enable rollback: Keep historical snapshots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Session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0" cy="3474720"/>
          </a:xfrm>
          <a:prstGeom prst="rect">
            <a:avLst/>
          </a:prstGeom>
          <a:solidFill>
            <a:srgbClr val="E8F4F8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Choose ETL vs ELT based on requirements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Implement multi-dimensional data quality checks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Use Pydantic for robust validation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Version all data and schema changes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Build fault-tolerant, monitored pipelines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4114800" cy="3474720"/>
          </a:xfrm>
          <a:prstGeom prst="rect">
            <a:avLst/>
          </a:prstGeom>
          <a:solidFill>
            <a:srgbClr val="E8F4F8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Build your first ETL pipeline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1762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Experiment with Pydantic models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7066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Implement data quality checks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2369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Set up monitoring and alerting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7673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Create data documentation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Explore DVC or Delta Lake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2026-02-14T03:10:23Z</dcterms:created>
  <dcterms:modified xsi:type="dcterms:W3CDTF">2026-02-14T03:10:23Z</dcterms:modified>
</cp:coreProperties>
</file>