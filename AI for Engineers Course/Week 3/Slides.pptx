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3: Data Engineering for AI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for Engineers Course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ETL vs ELT Patterns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ETL: Extract, Transform, Load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data before warehouse ingestion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ELT: Extract, Load, Transform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after loading to data lake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cloud: ELT often preferred for scalability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 Dimensions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Type, range, constraint checks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Cleaning: Handle missing values, outliers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Deduplication: Remove duplicate records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Quality metrics and alerts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Pydantic for Validation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schemas with Python type hints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and custom validators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error reporting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optimized for streams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Versioning with DVC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datasets like code versions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Git-friendly .dvc files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storage integration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ML pipelines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vs Streaming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Scheduled, higher latency, simpler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Streaming: Real-time, low latency, complex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Lambda architecture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selection: Airflow, Prefect, Dagster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8: Databases for AI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Refresher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JOINs: INNER, LEFT, RIGHT, FULL OUTER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Aggregations: GROUP BY, window functions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CTEs: Common Table Expressions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EXPLAIN, indexing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 for AI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JSONB: Flexible schema storage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search: tsvector type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pg_vector: Native vector operations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guarantees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 for AI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model: Flexible schema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pipeline: Complex transformations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Search: Text and semantic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Selection Matrix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Relational: ACID, structured, complex joins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Document: Flexible, nested data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Graph: Relationships and patterns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Vector: Similarity search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ORMs and Async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SQLAlchemy: ORM for Python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Asyncpg: Non-blocking database access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pools for efficiency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ORM vs raw SQL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9: Vector Databases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Embeddings Fundamentals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dense vectors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semantic meaning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1536-dim, Sentence-BERT 384-dim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indicates similarity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Similarity Metrics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Cosine: Angle between vectors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Euclidean: Straight-line distance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product: Magnitude-aware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based on data characteristics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 Database Options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Pinecone: Managed, highly available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ChromaDB: Open-source, lightweight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Weaviate: Flexible architecture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Qdrant: High performance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pgvector: PostgreSQL native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Indexing Algorithms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HNSW: Hierarchical navigation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IVF: Inverted File structure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Quantization: Compression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Trade-offs: Speed vs accuracy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Search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search: BM25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search: Semantic similarity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ranking strategies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search systems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2026-02-14T02:59:58Z</dcterms:created>
  <dcterms:modified xsi:type="dcterms:W3CDTF">2026-02-14T02:59:58Z</dcterms:modified>
</cp:coreProperties>
</file>