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Production AI Systems and Capstone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</a:rPr>
              <a:t>Security, Cost Optimization, and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8"/>
                </a:solidFill>
              </a:rPr>
              <a:t>Week 8: Production AI Systems and Capstone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22: Security &amp; Safety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Prompt injection defense and detection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Input validation and sanitization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Output filtering and content moderation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Rate limiting and authentication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Secure key management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Compliance and audit logging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Prompt Injection Attacks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Attack: User input manipulates model behavior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Example: 'Ignore instructions above, do X instead'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Risks: Data leakage, unauthorized actions, bias injection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Defense: Input validation and context isolation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Detection: Pattern matching and anomaly detection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Mitigation: System prompts, fine-tuning, monitoring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Input Validation &amp; Sanitization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Type checking and schema validation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Length limits to prevent buffer overflow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Character whitelisting/blacklisting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SQL injection prevention for database queries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HTML/script tag filtering for web content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File upload validation (type, size, content)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Output Filtering &amp; Moderation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Content moderation APIs for generated text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Toxicity and safety detection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Redaction of sensitive information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PII masking (phone, SSN, credit cards)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Format validation (valid JSON, no broken HTML)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Bias and stereotype detection in outputs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Rate Limiting &amp; Authentication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Rate limiting: requests per second/minute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Prevents abuse and DDoS attacks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Sliding window vs token bucket algorithms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API keys for authentication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JWT tokens for stateless auth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Role-based access control (RBAC)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Input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[Input Validation]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[Rate Limiting Check]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[Authentication]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[Model Processing]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[Output Filtering]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 to User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23: Cost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Token usage tracking and cost monitoring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Model routing and selection strategies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Caching and memoization techniques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Batch processing for efficiency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Autoscaling based on demand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Cost analysis and optimization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Token Usage &amp; Cost Tracking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Track input and output tokens separately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Calculate cost per request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Monitor cumulative spending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Set budgets and alerts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Cost anomaly detection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Cost attribution per user/feature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Model Routing &amp; Selection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Route to smaller models for simple tasks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Use larger models only when necessary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Route by complexity: simple-&gt;GPT-3.5, complex-&gt;GPT-4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Fallback chains for reliability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A/B testing different model versions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Cost-accuracy trade-offs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Caching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Semantic caching: cache by meaning, not exact match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Embedding-based similarity for cache hits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Hybrid SQL + vector caching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Cache TTL and invalidation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Cache warming for predictable queries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Estimate cost savings from caching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Batch Processing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Batch requests to maximize throughput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Vectorize operations for GPU efficiency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Trade latency for throughput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Queue requests and process in batches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Monitor batch utilization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Auto-batching to fill batches efficiently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Autoscaling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Horizontal scaling: add/remove servers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Vertical scaling: increase server capacity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Scale based on: CPU, memory, queue depth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Predictive scaling for anticipated demand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Spot instances for cost savings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Multi-region deployment for availability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24: Capstone &amp; Certification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Capstone project requirements and scope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Build production-ready AI system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Industry best practices review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Career paths in AI engineering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Certification exam preparation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Course review and feedback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Capstone Project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End-to-end AI system with agents and RAG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Multi-component architecture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Containerization and deployment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Monitoring and observability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Security and compliance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Documentation and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Industry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Code quality and testing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Documentation standards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Security and compliance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Performance optimization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Monitoring and alerting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Team collaboration tools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Career Paths in AI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ML Engineer: model development and training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AI Systems Engineer: production systems and infrastructure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Prompt Engineer: LLM optimization and fine-tuning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MLOps Engineer: automation and operations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AI Research Engineer: novel architectures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Specializations: vision, NLP, agents, robotics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Certification Exam Topics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Core AI/ML concepts and algorithms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Python and software engineering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Data processing and feature engineering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Model training and evaluation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Production deployment and MLOps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Ethics, safety, and security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Summary: Week 8 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Security is multi-layered: input validation, auth, output filtering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Cost optimization requires: tracking, routing, caching, batching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Production systems integrate: agents, RAG, APIs, monitoring, security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Best practices ensure: quality, reliability, maintainability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Career paths vary: specialization based on interest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</a:rPr>
              <a:t>Continuous learning: stay current with rapid AI evolution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2026-02-14T03:13:26Z</dcterms:created>
  <dcterms:modified xsi:type="dcterms:W3CDTF">2026-02-14T03:13:26Z</dcterms:modified>
</cp:coreProperties>
</file>