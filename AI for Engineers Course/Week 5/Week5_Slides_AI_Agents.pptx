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AI Agents and Tool Use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| AI for Engineers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13: Agent Architectures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agent? (perception, reasoning, action loop)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pattern: Reasoning + Acting interleaved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Plan-and-Execute: decompose then 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and self-correction patterns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memory: short-term and long-term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&amp; orchestrator patterns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agents vs simple chains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14: Tool Use and Function Calling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tool schemas (JSON Schema)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tools: search, databases, calculations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and graceful degradation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 and security considerations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strategies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sequential tool execution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patterns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15: Agent Frameworks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LangChain: chains, agents, tools, memory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LlamaIndex: data connectors and indices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CrewAI: multi-agent role-based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AutoGen: conversational agents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custom agent loops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comparison and selection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debugging agents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Components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4572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input, observe state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4572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91840" y="164592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making, planning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4572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26480" y="164592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tools, modify state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Key Learnings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autonomous systems that perceive, reason, and act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extends agent capabilities beyond language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patterns suit different use cases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enable complex orchestration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provide tools but custom loops offer flexibility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debugging are critical for agent reliability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2026-02-14T03:00:40Z</dcterms:created>
  <dcterms:modified xsi:type="dcterms:W3CDTF">2026-02-14T03:00:40Z</dcterms:modified>
</cp:coreProperties>
</file>