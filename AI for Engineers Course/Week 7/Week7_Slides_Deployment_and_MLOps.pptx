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Deployment and MLOps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</a:rPr>
              <a:t>From Development to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</a:rPr>
              <a:t>Week 7: Deployment and MLOps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19: Containerization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Docker for AI applications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Container images and registries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GPU container configuration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Docker Compose for orchestration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Environment reproducibility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Containerization vs virtualization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Docker images: immutable templates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Docker containers: runtime instances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Layered architecture and caching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Base images for AI/ML (pytorch, tensorflow)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DockerHub and private registries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Dockerfile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Use specific base image tags (pytorch:2.0-cuda11.8)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Minimize layers and build context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Place frequently changing commands last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Use .dockerignore for unnecessary files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Multi-stage builds for smaller final images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Run as non-root user for security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 Client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 Daemon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   |    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Containers Networks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 (Registry)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GPU Container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NVIDIA Container Toolkit setup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cuda and cudnn compatibility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GPU resource allocation in Dockerfile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Device mapping (--gpus flag)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Memory management and limits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Verification: nvidia-smi in container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 Compose Basics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Multi-container application orchestration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docker-compose.yml configuration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Service definitions and networking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Environment variables and volumes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Build, pull, and run containers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Health checks and dependencies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 Compose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version: '3.8'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image: ai-api:latest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"8000:8000"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environment: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MODEL_PATH: /models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volumes: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./models:/models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redis: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image: redis:7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"6379:6379"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Environment Reproducibility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requirements.txt pinned versions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Lock files (poetry.lock, package-lock.json)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Seed values for reproducibility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Configuration management (env files, config.yaml)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Version control for Dockerfiles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Testing container builds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20: API Serving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FastAPI framework and async design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Endpoint routing and request validation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WebSockets for streaming responses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Load balancing and horizontal scaling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Response caching strategies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Error handling and logging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FastAPI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Modern Python async framework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Automatic OpenAPI/Swagger documentation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Pydantic models for request validation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Type hints enable introspection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Dependency injection system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Background tasks and ASGI apps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FastAPI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 Request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 (endpoint matching)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 (auth, logging)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 (async function)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(JSON, streaming, etc)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Async Endpoint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async/await for I/O operations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Concurrent request handling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Database connection pooling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Long-running task management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Request/response streaming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Timeout configuration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WebSockets for Streaming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Bidirectional persistent connections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Real-time model inference streaming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Token-by-token LLM responses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Server-sent events alternative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Connection lifecycle management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Error handling in streaming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WebSocket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                Server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|--------Connect-------&gt;|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         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|&lt;---Stream Data--------|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|&lt;---Stream Data--------|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|&lt;---Stream Complete----|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|--------Close--------&gt;|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Load Balancing &amp; Scaling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Horizontal scaling with multiple servers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Nginx/HAProxy for load balancing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Session affinity and sticky sessions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Health checks for server availability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Graceful shutdown handling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Auto-scaling based on metrics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Response Caching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Redis for distributed caching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Cache invalidation strategies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ETags and conditional responses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Browser caching with Cache-Control headers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CDN integration for static assets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Cache warming and precomputation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21: CI/CD &amp;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GitHub Actions workflow automation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Testing AI systems: unit and integration tests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Logging and observability patterns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Metrics collection and visualization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LLM-specific monitoring tools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Alert configuration and incident response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GitHub Actions Workflows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YAML workflow configuration (.github/workflows/)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Triggers: push, pull request, schedule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Jobs with multiple steps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Build matrices for multiple environments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Secrets management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Artifacts and caching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CI/CD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[Test Stage]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Integration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[Build Stage]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 to Registry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[Deploy Stage]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 to Production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 Checks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Testing AI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Unit tests for data processing functions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Integration tests with mock models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Regression testing for model outputs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Performance testing and benchmarks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Adversarial testing for robustness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A/B testing frameworks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Logging &amp; 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Structured logging (JSON format)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Log aggregation (ELK, Loki)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Trace context propagation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Distributed tracing (Jaeger, Zipkin)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Error tracking (Sentry, DataDog)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Custom dashboards and alerts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Metrics &amp;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Prometheus for metrics collection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Grafana for visualization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RED method: Rate, Errors, Duration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Custom metrics for models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Alerting thresholds and rules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SLA/SLO tracking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Monitoring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 Scraper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 Store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 Dashboards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 Manager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Slack/PagerDuty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LLM-Specific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Token usage and cost tracking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Latency and throughput metrics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Model version tracking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Prompt/response quality metrics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Safety and compliance monitoring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Hallucination detection approaches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Summary: Week 7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Docker containerizes AI applications reproducibly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FastAPI builds scalable async APIs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CI/CD automates testing and deployment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Monitoring provides production visibility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Reproducibility enables reliable systems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Security requires attention at every layer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2026-02-14T03:13:26Z</dcterms:created>
  <dcterms:modified xsi:type="dcterms:W3CDTF">2026-02-14T03:13:26Z</dcterms:modified>
</cp:coreProperties>
</file>