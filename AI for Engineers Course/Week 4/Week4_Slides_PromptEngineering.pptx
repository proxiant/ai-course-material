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Prompt Engineering Mastery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B4D8"/>
                </a:solidFill>
              </a:rPr>
              <a:t>Week 4 - Session 10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Session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Topics Covered: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System prompts and personas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Few-shot and chain-of-thought prompting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Structured output with JSON mode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Prompt optimization techniques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Safety guardrails and mitigations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Prompts and Personas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E8F4F8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5C"/>
                </a:solidFill>
              </a:rPr>
              <a:t>System Prompt: "You are an expert Python developer..."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Key Principles: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Define clear role and expertise level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Set tone and communication style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Specify output format expectations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Provide context and constraints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Include example interactions when needed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Few-shot Prompting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Definition: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Provide 2-5 examples of input-output pairs to guide model behavior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Example Structure: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603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"What is 2+2?"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Assistant: "2+2 = 4"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"What is 5+3?"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Assistant: "5+3 = 8"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Chain-of-Thought Prompting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Concept: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Request step-by-step reasoning before final answer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Example Prompt: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517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"If there are 3 cars and each has 4 tires, how many tires total?"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"Let me think step by step: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Each car has 4 tires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There are 3 cars 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Total tires = 3 cars × 4 tires/car = 12 tires"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Structured Output with JSON Mode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Problem: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Language models can produce inconsistent formats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Solution: Specify JSON schema in prompt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 ONLY with valid JSON: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"sentiment": "positive|negative|neutral",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0.0-1.0,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"entities": ["list of names/concepts"],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"brief summary"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Prompt Optimization Techniques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Key Strategies: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Be Specific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5544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Detailed instructions &gt; vague requests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Use Templates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2148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Consistent format for similar tasks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Delimiter Usage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7432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Use quotes/markers to separate sections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Role Assignment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3337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Assign expertise improves quality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Iterative Refinement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9319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Test and adjust based on outputs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Common Pitfalls to Avoid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Vague instructions without examples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Not specifying output format or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Over-complicated prompts mixing multiple tasks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Assuming prior context or knowledge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Ignoring temperature and top_p settings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Not testing with varied inputs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Advanced Prompting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Pattern 1: Verification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Generate answer, then check correctness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Pattern 2: Multi-step Reasoning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Break complex problems into sub-steps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Pattern 3: Meta-prompting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Ask model to improve own prompts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Pattern 4: Tree of Thought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Explore multiple reasoning paths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Safety and Alignment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Important Considerations: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Include explicit guardrails in system prompt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Specify what model should NOT 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Test adversarial inputs and jailbreaks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Monitor outputs for harmful content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Set appropriate temperature (lower = more deterministic)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Implement rate limiting and usage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Session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E8F4F8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Clear system prompts shape model behavior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6712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Examples (few-shot) dramatically improve quality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4261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Chain-of-thought enables complex reasoning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118104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Structured output requires explicit JSON schemas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59359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Iterate and test to optimize performance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Always consider safety implications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2026-02-14T03:12:56Z</dcterms:created>
  <dcterms:modified xsi:type="dcterms:W3CDTF">2026-02-14T03:12:56Z</dcterms:modified>
</cp:coreProperties>
</file>