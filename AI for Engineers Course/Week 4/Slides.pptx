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4: Building with Large Language Models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for Engineers Course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persona and role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constraints and output format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"Respond as a Python expert"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quality outputs than ad-hoc prompts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Few-Shot Prompting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input-output examples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from examples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examples usually sufficient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effective than zero-shot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Chain-of-Thought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 by step" magic phrase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accuracy on reasoning tasks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higher latency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math and logic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enforces valid responses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validation layer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downstream processing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hallucinations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Templating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for dynamic prompts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prompt variants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different versions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applications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11: Fine-Tuning Fundamentals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Fine-Tune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language patterns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consistent output format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at scale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keep data on-premise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Data Format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format: one JSON per 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prompt, completion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 examples, 100+ recommended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critical: review each example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Methods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fine-tuning: all parameters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efficient adapter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quantized LoRA for small GPUs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quality vs cost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Approach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 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critical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 base model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metrics: BLEU, perplexity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$X per 1M tokens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higher for fine-tuned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usually 1M+ tokens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vs prompt engineering costs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12: LLM Application Patterns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defines personality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management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limits and context windows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 for UX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Summarization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Extractive: copy important sentences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Abstractive: generate new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for long documents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for large datasets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extraction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schema enforcement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Patterns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Zero-shot: no examples needed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provide examples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Fine-tuned: train on examples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multiple classifiers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Multi-Step Workflows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sequential LLM calls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conditional logic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Loops: iterate until 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retries and fallbacks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2026-02-14T03:00:30Z</dcterms:created>
  <dcterms:modified xsi:type="dcterms:W3CDTF">2026-02-14T03:00:30Z</dcterms:modified>
</cp:coreProperties>
</file>