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1: Python for AI Engineering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1: Python AI Ecosystem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NumPy arrays and operations for numerical computing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Pandas DataFrames for data manipulation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Python environments with venv, conda, and pip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projects with requirements.txt and pyproject.toml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Jupyter notebooks effectively for development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Python AI ecosystem architecture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NumPy: Fundamentals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arrays: N-dimensional array objects (ndarray)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properties: shape, dtype, ndim, size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methods: array(), zeros(), ones(), arange(), linspace()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vectorized operations vs loops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layout: row-major (C) vs column-major (Fortran)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benefits: 50-100x faster than Python lists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NumPy: Array Operations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 operations: +, -, *, /, ** (no loops needed)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operations: dot product, cross product, transpose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Aggregations: sum(), mean(), std(), min(), max()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and slicing: array[0], array[1:3], array[:, 0]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Fancy indexing: boolean masks and integer arrays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operations for memory efficiency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NumPy: Broadcasting Rules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Broadcasting: operate on arrays of different shapes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If shapes differ, pad with 1s on the left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Dimensions must match or one must be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3: Dimensions of size 1 are stretched to match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(3,1) + (1,4) broadcasts to (3,4)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bugs: use reshape() when in doubt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Pandas: Core Data Structures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Series: 1D labeled array with index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DataFrame: 2D labeled table with row/column indices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automatic alignment, missing data handling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Creation: from dict, list, numpy array, CSV, database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Inspection: .head(), .info(), .describe(), .shape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Selection: df[col], df.loc[], df.iloc[], df.query()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Pandas: Data Manipulation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Filtering: df[df['column'] &gt; value], df.query()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Grouping: df.groupby('column').agg(), .sum(), .mean()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Merging: merge(), join(), concat()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Reshaping: pivot(), melt(), stack(), unstack()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series: resample(), rolling windows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data: fillna(), dropna(), interpolate()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Pandas: Performance Tips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vectorized operations instead of apply(lambda)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dtypes on read: read_csv(dtype={'col': 'int32'})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.loc[] and .iloc[] instead of boolean indexing where possible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profiling: .memory_usage(deep=True)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chunking for large files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Parquet instead of CSV for big data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 Management: venv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venv: Python's built-in virtual environment tool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Create: python -m venv /path/to/venv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Activate: source venv/bin/activate (Linux/Mac)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Windows: venv\\Scripts\\activate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isolated dependencies, version control, reproducibility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Deactivate: deactivate (back to system Python)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 Management: Conda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Conda: package manager + environment manager (Anaconda/Miniconda)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Create: conda create -n myenv python=3.11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Activate: conda activate myenv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Install: conda install numpy pandas -c conda-forge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pre-compiled binaries, faster installation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Export: conda env export &gt; environment.yml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Dependency Management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requirements.txt: pip freeze &gt; requirements.txt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package==version or package&gt;=version,&lt;version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deps: requirements-dev.txt for dev tools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Pinning: critical for reproducibility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pyproject.toml: modern Python project config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517/518: standardized build system specification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pyproject.toml: Modern Approach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Replaces: setup.py, setup.cfg, requirements.txt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Sections: [build-system], [project], [project.optional-dependencies]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sections: [tool.pytest.ini_options], [tool.black], [tool.isort]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management and metadata centralized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tooling support: pip, uv, poetry, hatch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uv sync (fast universal Python package installer)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Jupyter Notebooks: Setup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Installation: pip install jupyter notebook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Launch: jupyter notebook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alternative: JupyterLab (jupyter lab)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integration: Python extension with Jupyter support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IPython kernel: enhanced Python shell with magics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exploration, visualization, teaching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Jupyter: Development Workflow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%matplotlib inline: display plots in notebooks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%timeit: benchmark code performance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%debug: use debugger in notebook cells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!shell_command: run shell commands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magic %%time: profile entire cell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script: jupyter nbconvert --to script notebook.ipynb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Enhanced Python REPLs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IPython: enhanced interactive shell (better tab completion)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bpython: colored syntax highlighting, autocompletion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ptpython: advanced prompt with clipboard and SQL support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rich: beautiful terminal output (progress bars, tables)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property-based testing for edge cases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rapid experimentation and debugging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Practices Summary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virtual environments (venv or conda)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all dependencies with versions (requirements.txt)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pyproject.toml for new projects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code: notebooks for exploration, .py for production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version control: git + .gitignore (venv/, __pycache__, .ipynb_checkpoints/)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setup: README.md with instructions for new developers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Async Programming: Fundamentals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async/await: write concurrent code that looks synchronous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asyncio: Python's built-in async library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def: defines coroutine function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await: pause until awaitable completes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loop: manages multiple concurrent operations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 implications: async is useful for I/O, not CPU-bound tasks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Async: Common Patterns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asyncio.gather(): run multiple coroutines concurrently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asyncio.create_task(): schedule coroutine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asyncio.run(): entry point for async code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aiohttp: async HTTP client for API calls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Timeouts: asyncio.wait_for(coro, timeout=5.0)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handling: try/except in async context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Generators: Lazy Evaluation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Generator: function with yield (returns iterator)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efficient: processes one item at a time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vs return: return ends, yield pauses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expressions: (x for x in range(1000000))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next(): advance to next yielded value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streaming data, infinite sequences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Iterators &amp; Context Managers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 protocol: __iter__() and __next__()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managers: __enter__() and __exit__()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statement: automatic resource cleanup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contextlib.contextmanager: decorator for context managers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handling: with open() ensures file is closed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connections, locks, temporary directories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Decorators: Function Enhancement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Decorator: function that wraps another function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@decorator syntax: syntactic sugar for func = decorator(func)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functools.wraps: preserve metadata (__name__, __doc__)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Parametrized decorators: decorator(args)(func)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decorators: modify class behavior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logging, authentication, caching, retry logic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Hints: Static Analysis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hints: annotations for variables and functions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def func(x: int, y: str) -&gt; bool: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Collections: List[int], Dict[str, int], Tuple[int, ...]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Optional[str] = None (or str | None in Python 3.10+)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mypy: static type checker (catches bugs before runtime)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performance cost: ignored at runtime (Python 3.5+)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Dataclasses: Clean Structures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 decorator: auto-generate __init__, __repr__, __eq__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required: @dataclass class User(name: str, age: int)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field(): customize attributes (default, default_factory)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frozen=True: immutable instances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less boilerplate, better IDE support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NamedTuple for simpler cases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Handling: Production Patterns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Try/except/else/finally: comprehensive error handling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exceptions: inherit from Exception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hierarchy: catch specific exceptions first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Logging: import logging; logger.error() for traceability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tracking: exception chaining (raise ... from 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degradation: fallback values, circuit breakers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Code: Best Practices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over print(): structured, configurable output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 at module top: MAX_RETRIES = 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everywhere: better maintainability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Docstrings: triple quotes, describe behavior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tests: pytest (simple, powerful)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Linting: flake8, pylint (code quality)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3: Data Formats &amp; APIs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JavaScript Object Notation (web standard)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YAML: human-readable configuration (indentation-based)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CSV/Parquet: structured tabular data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APIs: HTTP-based client-server communication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API keys, OAuth2, JWT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 respect API quotas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JSON: Parsing &amp; Validation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json.loads(): parse string to Python object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json.dumps(): convert Python object to string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mapping: JSON object↔dict, array↔list, string↔str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json.JSONDecodeError: catch parsing errors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jsonschema: validate against schema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 API responses are usually JSON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YAML &amp; CSV Formats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YAML: indentation-based, human-friendly (config files)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PyYAML: import yaml; yaml.safe_load()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CSV: comma-separated values (pandas.read_csv)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Dialects: handling different delimiters and quoting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Parquet: binary columnar format (pandas.read_parquet)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Parquet &gt; CSV for big data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APIs: Core Concepts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methods: GET (retrieve), POST (create), PUT (update), DELETE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codes: 200 (OK), 400 (Bad Request), 401 (Unauthorized), 500 (Server Error)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Headers: metadata (Content-Type, Authorization, Accept)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body: JSON payload for POST/PUT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body: JSON data or error message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Stateless: each request contains all info needed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Security: Auth &amp; Rate Limits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keys: simple, included in header or query param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OAuth2: delegated authorization (3-legged)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JWT: JSON Web Token (stateless authentication)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 requests per minute/hour (respect it!)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strategies: exponential backoff, jitter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Headers: X-RateLimit-Remaining, Retry-After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HTTP Libraries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requests: synchronous (most popular)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httpx: async + sync, modern API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aiohttp: pure async (lower-level)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urllib: stdlib (low-level, verbose)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objects: connection pooling, cookie handling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handling: requests.get(url, timeout=5)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 API Interactions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response.status_code before using response.json()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ConnectionError: network issues (retry with backoff)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request took too long (increase timeout or fail fast)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HTTPError: response.raise_for_status()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Logging: log request/response for debugging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mocking: responses library, pytest-mock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API Patterns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Streaming: response.iter_content(chunk_size=8192)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Pagination: limit, offset (or cursor-based)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Webhooks: push notifications instead of polling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GraphQL: query language for APIs (alternative to REST)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versioning: /v1/, /v2/ paths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OpenAPI/Swagger specs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API Client Pattern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client class: handles auth, retries, logging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per endpoint: type hints on input/output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mapping: convert HTTP errors to domain exceptions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breaker: fail fast when service is down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track latency, error rates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auto-generate from code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API Usage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limits: cache responses, queue requests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tracking: monitor API usage (billed by request)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Caching: Redis, local SQLite, in-memory cache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concurrency: fetch 10 URLs simultaneously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budgets: SLO (Service Level Objective) compliance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alerting on API failures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 Recap: 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NumPy: vectorized operations, broadcasting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data manipulation with DataFrames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Environments: venv, conda, pyproject.toml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Jupyter: interactive development and exploration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Async: concurrent I/O operations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APIs: HTTP, authentication, error handling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Libraries &amp; Resources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NumPy: numpy.org (docs, tutorials)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pandas.pydata.org (comprehensive guide)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Asyncio: docs.python.org/3/library/asyncio.html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Requests: requests.readthedocs.io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httpx: www.python-httpx.org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library: rich.readthedocs.io (beautiful output)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Mistakes to Avoid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NumPy: forgetting that arrays are mutable (copy vs view)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SettingWithCopyWarning (use .copy())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Async: mixing sync and async code (use asyncio.run())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APIs: not handling errors (always use try/except)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Dependencies: not pinning versions (update requirements.txt)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Notebooks: not restarting kernel (fresh start reduces bugs)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exercises: implement NumPy and Pandas operations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exercises: async API fetching, decorators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exercises: REST API client implementation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Assignment: data processing module with error handling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Project: end-to-end data pipeline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hours: Q&amp;A, code review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Python for AI Engineering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 | AI for Engineers Course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2026-02-14T01:49:41Z</dcterms:created>
  <dcterms:modified xsi:type="dcterms:W3CDTF">2026-02-14T01:49:41Z</dcterms:modified>
</cp:coreProperties>
</file>