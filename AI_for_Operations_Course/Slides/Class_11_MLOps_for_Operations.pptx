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MLOps for Operations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| Class 11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Deployment: TensorFlow Lite &amp; ONNX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Monitoring &amp; Drift Detection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Inference: Streaming ML Architecture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for Production Models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Dashboards &amp; KPI Design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Lab: TensorFlow Lite Edge Deployment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Alerting Patterns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Edge Deployment?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local inference &lt;&lt; cloud round-trip (10ms vs 500ms+)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works offline, no network dependency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data stays on-device, no cloud transmission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reduce cloud API calls &amp; bandwidth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Real-time: critical for quality inspection, predictive maintenance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camera-based defect detection on factory floor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TensorFlow Lite: Model Conversion &amp; Optimization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TF variant for mobile/edge devices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reduction: 50-90% via quantization, pruning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Conversion: TF SavedModel → .tflite format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tensorflow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tensorflow as tf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= tf.lite.TFLiteConverter.from_saved_model('model')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converter.optimizations = [tf.lite.Optimize.DEFAULT]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Quantization: Float32 → Int8 Compression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quantization: convert weights to int8 (4x smaller)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Quantization-aware training: train with quantization in mind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slight accuracy loss vs major size/speed gain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quality inspection model 200MB → 50MB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improvement: 4x faster inference on mobile CPUs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 folding: remove redundant ops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ONNX Runtime: Format-Agnostic Deployment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(Open Neural Network Exchange): universal model format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PyTorch, TensorFlow, scikit-learn → ONNX → any platform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onnxruntime onnx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hardware acceleration (CPU, GPU, TPU)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Cross-platform: same model on Windows, Linux, iOS, Android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optimized kernels per device type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Hardware: Jetson Nano &amp; Coral TPU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Nano: ARM-based, TensorFlow native, $99, 5W power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factory floor vision systems, autonomous equipment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Coral TPU: specialized inference accelerator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100+ inferences/sec for MobileNet-class models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&lt;10ms typical for computer vision tasks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$5-75 depending on form factor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Code: Convert &amp; Deploy TFLite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Load trained model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= tf.keras.models.load_model('quality_model.h5')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Convert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= tf.lite.TFLiteConverter.from_keras_model(model)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converter.optimizations = [tf.lite.Optimize.DEFAULT]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tflite_model = converter.convert()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open('model.tflite', 'wb') as f: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f.write(tflite_model)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Code: Run Inference on Edge Device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numpy as np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tensorflow import 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= lite.Interpreter('model.tflite')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interpreter.allocate_tensors()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input_data = preprocess_image(camera_frame)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interpreter.set_tensor(input_idx, input_data)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interpreter.invoke()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defect_prob = interpreter.get_tensor(output_idx)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Monitoring: Data &amp; Concept Drift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drift: input distribution shifts (e.g., new sensor type)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drift: relationship between inputs &amp; outputs changes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monitor prediction confidence, error rates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trigger: drift score &gt; threshold → retrain 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Alibi-Detect, NannyML, Evidently for drift monitoring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alert, fallback to human, automatic retraining pipeline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Inference: Kafka + Model Serving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stream: sensor data from equipment → Kafka topic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Consumer: model serving service (TensorFlow Serving, Seldon)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Kafka → preprocessing → model inference → action/alert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requirement: &lt; 100ms for predictive maintenance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 1000+ inferences/sec in production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architecture: batch + streaming for robustness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Lambda Architecture: Batch + Stream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layer: daily full model retraining on historical data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layer: real-time streaming inference for immediate decisions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layer: combine batch predictions + stream results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maintenance forecast (batch) + anomaly alert (stream)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if stream fails, use most recent batch results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independent scaling of batch vs stream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A/B Testing: Shadow Deployment &amp; Gradual Rollout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deployment: run new model on live data, don't use output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new vs old model performance on same requests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accuracy, latency, confidence calibration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rollout: 5% → 10% → 50% → 100% traffic over days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catch issues early with small user % impact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 revert to old model if new model underperforms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Dashboard: KPI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(Overall Equipment Effectiveness) = Availability × Performance × Quality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MTBF (Mean Time Between Failures): reliability metric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(Mean Time To Repair): maintenance efficiency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Yield: % of good parts produced (quality metric)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 units/hour (capacity metric)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tools: Grafana, Tableau, custom Python/Plotly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Grafana Dashboards with ML Predictions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metrics: equipment status, sensor readings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predictions overlaid: failure risk, maintenance urgency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rules: trigger when risk &gt; 70% OR throughput &lt; threshold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panels: Gantt charts, process heat maps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Prometheus (metrics) → Grafana (visualization)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maintenance dashboard with MTBF prediction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LAB: TensorFlow Lite Edge Deployment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deploy quality inspection model to edge device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Load trained TensorFlow model (image classification)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Convert to TFLite with quantization optimization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Deploy to Raspberry Pi or simulator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Run inference on test images → verify output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Measure latency &amp; model size reduction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deployment: critical for low-latency, offline operations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+ quantization: 90% size reduction, 4x speed gain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drift: essential for long-term model reliability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testing: validate changes before full rollout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architecture: balance batch accuracy + stream speed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deploy your AI model with monitoring &amp; dashboards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2026-02-14T12:25:29Z</dcterms:created>
  <dcterms:modified xsi:type="dcterms:W3CDTF">2026-02-14T12:25:29Z</dcterms:modified>
</cp:coreProperties>
</file>