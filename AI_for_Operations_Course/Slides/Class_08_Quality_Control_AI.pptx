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AI-Powered Quality Control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Class 8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Process Control (SPC) &amp; Control Charts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for Defect Detection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 with AI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Sigma + AI Integration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Prediction &amp; Soft Sensors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Lab: Defect Detection with Transfer Learning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 Process Control (SPC)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Monitor process variation to detect anomalies early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Common cause variation: Natural process noise (acceptable)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Special cause variation: Assignable defect (investigate)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limits: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UCL (Upper Control Limit) = Mean + 3*StdDev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LCL (Lower Control Limit) = Mean - 3*StdDev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Action: If point outside UCL/LCL -&gt; Stop, investigate, fix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X-bar (mean), R (range), p (proportion defective), c (count defects)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 Chart Types &amp; Usage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X-bar chart (subgroup mean):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Product: Bottle weight, bolt diameter, paint thickness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Interval: Measure 5 items every hour, plot mean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chart (subgroup range):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Detects consistency (variability) changes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 = Max - Min of subgroup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chart (proportion defective):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Counted data: % defective units in batch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Example: 100 units inspected, 2 defective -&gt; p=0.02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chart (defect count):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577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Count defects per unit (e.g., surface scratches per car door)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Western Electric Rules for SPC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1: Single point outside 3-sigma limits -&gt; Out of control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2: 2 of 3 consecutive points beyond 2-sigma limits -&gt; Trend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3: 4 of 5 consecutive points beyond 1-sigma limits -&gt; Drift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4: 8 consecutive points on same side of center line -&gt; Shift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5: 6 consecutive points steadily increasing/decreasing -&gt; Trend detected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application: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Detect process degradation before product goes out of spec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Alert supervisor -&gt; Adjust temperature, flow, pressure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ML-Enhanced SPC: Adaptive Limits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SPC: Fixed control limits (static)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Doesn't account for changing operating conditions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enhancement: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Input: Historical quality data + operating conditions (temp, pressure, line speed)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Model: Random Forest predicts expected quality variance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Output: Adaptive control limits based on current conditions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 speed (500 units/min): Wider limits (more variation)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 speed (200 units/min): Tighter limits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Reduces false alarms while detecting real issues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 Vision Defect Detection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Inspect 1000+ products/hour manually - not feasible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Camera + CNN model inspects 100% of production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types: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Surface scratches: Texture variation in images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Dimensional errors: Bounding box too small/large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Color mismatch: Pixel RGB values outside range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Missing component: Segmentation misses expected region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Contamination: Foreground objects (dust, hair) detected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Camera at end of production line, real-time processing (&lt;1 sec/image)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defective units -&gt; Automated diverter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 Architectures: ResNet &amp; EfficientNet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ResNet-18 (Residual Networks):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18 layers with skip connections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Prevents vanishing gradient problem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Good for: Texture defects, surface anomalies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Parameters: 11M, Speed: 10ms per image (GPU)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Scaled for efficiency (4M parameters vs ResNet)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Faster inference on edge devices (Jetson, RPI)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Good for: Real-time production lines, limited compute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learning: Use ImageNet pre-trained weights, fine-tune on defect images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YOLO: Real-time Object Detection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(You Only Look Once): Single-pass detection network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case: Detect multiple defect locations on single product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Example: PCB (circuit board) with 5 solder joint defects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Output: [x, y, width, height, class, confidence] for each defect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Speed: YOLOv5s = 50ms per 640x640 image (GPU)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 92% mAP on custom defect dataset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Implementation: OpenCV + YOLOv5 + Python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1. Capture image from camera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2. Pass to YOLO model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3. Draw bounding boxes, classify defect severity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577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4. Trigger reject if confidence &gt; 0.8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Transfer Learning for Defect Detection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ImageNet: Pre-trained on 14M images, 1000 classes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Reuse learned features (edges, textures, shapes)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Load ResNet-18 pre-trained on ImageNet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from torchvision import models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model = models.resnet18(pretrained=True)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Replace final layer for defect classification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model.fc = nn.Linear(512, 2)  # [normal, defective]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Freeze early layers, fine-tune on defect images (~500 images)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Prevents overfitting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Converges in 10-20 epochs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577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5943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95% defect detection accuracy with minimal labeled data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Root Cause Analysis: Causal Inference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Did temperature increase CAUSE the defect spike?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correlation: Doesn't prove causation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DoWhy library (Python): Causal inference framework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1. Define causal graph: Temperature -&gt; Equipment Wear -&gt; Defects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2. Adjust for confounders (age, maintenance history)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3. Estimate causal effect: "1C increase -&gt; X% more defects"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Networks: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Graph: Temperature -&gt; Viscosity -&gt; Friction -&gt; Wear -&gt; Defects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Infer: Given defect observed, what caused it?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Probability: P(Temperature too high | Defect detected) = 0.8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Automating Root Cause: 5-Why Analysis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5-Why (manual, error-prone):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1. Why defect? -&gt; Solder joint cold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2. Why cold solder? -&gt; Soldering iron too cool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3. Why cool? -&gt; Thermostat broken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4. Why not fixed? -&gt; Maintenance backlog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5. Why backlog? -&gt; Staff shortage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5-Why: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NLP processes technician notes: "Solder joint failed inspection"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Query knowledge base: Common causes of solder failures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Suggest 5 most likely root causes ranked by probability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Guide technician through diagnosis tree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Sigma + AI: DMAIC Framework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DMAIC: Define -&gt; Measure -&gt; Analyze -&gt; Improve -&gt; Control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role in each phase: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Define: NLP analyzes customer feedback -&gt; priority metrics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Measure: Automated data collection from sensors/cameras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Analyze: Statistical tests + ML finds top drivers of defects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Improve: Optimization (genetic algorithm) suggests setpoints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Control: ML-enhanced SPC with adaptive limits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Reduce defect rate to 3.4 ppm (Six Sigma = ±6 sigma)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 Sensors: Predict Quality Without Direct Measurement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Direct measurement is slow/expensive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Example: Tensile strength test destroys sample (destructive test)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sensor: Infer property from easily-measured inputs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Inputs: [temperature, pressure, line speed, humidity]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Model: Neural network trained on historical data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Output: Predicted tensile strength in real-time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1000s/day predictions vs. 10/day destructive tests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 Within 5% of actual (validated on holdout samples)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Application: Adjust process to hit target property before product ships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Lab: Defect Detection with Transfer Learning (Setup)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Electronics PCB (Printed Circuit Board) defects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500 normal PCB images (224x224)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500 defective images (solder bridges, missing components, cold joints)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Binary classification (normal vs. defective)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steps: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1. Data prep: Augmentation (rotation, flip, zoom)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2. Model: ResNet-18 transfer learning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3. Training: Fine-tune on PCB data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4. Evaluation: Accuracy, precision, recall, F1 score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5. Deployment: Real-time inspection on production 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Lab: ResNet-18 Transfer Learning Code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torch, torch.nn as nn, torchvision.models as models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torch.optim import Adam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Load pre-trained ResNet-18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= models.resnet18(pretrained=True)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param in model.parameters():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param.requires_grad = False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Replace final layer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model.fc = nn.Linear(512, 2)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Training loop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= Adam(model.fc.parameters(), lr=0.001)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577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 = nn.CrossEntropyLoss()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5943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epoch in range(20):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for images, labels in train_loader: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675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outputs = model(images)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7040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loss = criterion(outputs, labels)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7406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loss.backward()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7772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optimizer.step()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45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monitors variation; control charts detect special causes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 Electric rules detect trends/shifts before out-of-spec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(CNN, YOLO) inspects 1000+ units/hour @ 95%+ accuracy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learning: Reuse ImageNet weights, fine-tune with 500 defect images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analysis: Causal inference + NLP automates 5-Why process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Sigma + AI: ML enhances every DMAIC phase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sensors: Predict unmeasured properties in real-time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ResNet-18 defect detector trained in 20 epochs, ready for production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proxiant.ai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AI. Professionally.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2026-02-14T12:24:36Z</dcterms:created>
  <dcterms:modified xsi:type="dcterms:W3CDTF">2026-02-14T12:24:36Z</dcterms:modified>
</cp:coreProperties>
</file>