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 Optimization &amp; Fleet Management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Class 5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Routing Problem (VRP): Formulation &amp; Variants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OR-Tools: Architecture &amp; APIs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Route Optimization &amp; Dynamic Re-routing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Maintenance &amp; Predictive Scheduling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Delivery Strategies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Lab: CVRP with Google OR-Tools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Vehicle Routing Problem (VRP)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Determine optimal routes to serve customers with minimum cost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constraints: Vehicle capacity, service time windows, precedence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problem variants: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VRP: Basic vehicle routing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CVRP: Capacity-constrained (customers have demands)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VRPTW: Time windows (service time constraints)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PDVRP: Pickup &amp; delivery (transshipment)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NP-hard (exact solutions limited to ~100 customers)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VRP Variants Comparison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CVRP (Capacitated VRP)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Problem: 10 customers with demands, 3 vehicles (capacity 100)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Solution: Assign customers to routes, minimize total distance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VRPTW (Time Windows)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Problem: Customer 1 available 9am-11am, Customer 2 available 2pm-4pm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Solution: Schedule visits within time windows, minimize lateness penalties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PDVRP (Pickup &amp; Delivery)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Problem: Transport items from origin to destination (e.g., food delivery)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Solution: Ensure pickup before delivery, minimize rebalancing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OR-Tools: Routing Solver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open-source optimization toolkit by Google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Languages: C++, Python, .NET, Java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Engine components: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Routing Solver: Solves VRP variants (local search, metaheuristics)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Distance/Time Callbacks: Custom cost matrix or real API calls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Constraints: Add capacity, time windows, disjunctions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First Solution Strategies: PATH_CHEAPEST_ARC, AUTOMATIC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Local Search Metaheuristics: Guided Local Search, Simulated Annealing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OR-Tools Routing API (Python)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Create Routing Index Manager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from ortools.routing import routing_enums_pb2, routing_index_manager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manager = routing_index_manager.RoutingIndexManager(num_locations, num_vehicles, depot)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Create Routing Model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routing = routing_index_manager.RoutingModel(manager)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Set Transit Callbacks (distance/time)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routing.SetArcCostEvaluatorOfAllVehicles(transit_callback_index)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Add Constraints (capacity, time windows)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routing.AddDimensionWithSlackStartEndConnectorCallbacks(...)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Distance Callbacks - Code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Define distance matrix (e.g., from Google Distance API)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distance_matrix = [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[0, 548, 776, 696, ...],  # From node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[548, 0, 684, 308, ...],  # From node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[776, 684, 0, 556, ...]   # From node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distance_callback(from_index, to_index):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from_node = manager.IndexToNode(from_index)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to_node = manager.IndexToNode(to_index)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return distance_matrix[from_node][to_node]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Constraints in OR-Tools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Vehicle has capacity=100 units, customers demand varies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demands: C1=10, C2=20, C3=50, C4=15, C5=30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def demand_callback(from_index):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node = manager.IndexToNode(from_index)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return demands[node]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dimension = routing.CreateDimension(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demand_callback, 0, 100, True, "Capacity")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OR-Tools ensures sum(demands in route) &lt;= vehicle capacity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Route Optimization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Customer locations &amp; demands change during 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integration: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Use live traffic data (Google Maps API, HERE, TomTom)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Update distance/time matrix every 5-10 minutes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Warm-start solver with current solution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Re-routing: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Monitor vehicle progress, detect delays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If vehicle behind schedule: re-optimize remaining stops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Reassign new orders to nearest available vehicle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impact: Adjust service times for slow-down factors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Fleet Maintenance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Telematics data collection (every 10 seconds):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Vehicle speed, RPM, fuel consumption, temperature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Driver behavior (harsh braking, acceleration)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GPS location, mileage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maintenance: Train ML model on failure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Features: mileage, engine hours, diagnostic codes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Predict: Probability of component failure in next 30 days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Scheduling: Optimize maintenance windows to minimize downtime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Trade-off: maintenance cost vs. failure risk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Last-mile Delivery Innovations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delivery: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Use case: Small packages (&lt;2kg) within 10km radius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Challenges: Regulation, battery life, weather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Integration: Hybrid model (vehicle drops at hub, drone delivers)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Crowd-sourced delivery: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Gig workers (Uber Eats, DoorDash) with flexible schedules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Matching algorithm: minimize delivery time &amp; cost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Locker network optimization: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Place lockers near customer locations (transit hubs, stores)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Reduce failed deliveries, optimize locker capacity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Lab: CVRP with OR-Tools (Setup)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10 customers, 2 vehicles (capacity 100 each)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Customer | Location (lat,lon) | Demand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---------|-------------------|-------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C1       | (40.7128, -74.0060) |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C2       | (40.7589, -73.9851) | 20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C3       | (40.7282, -73.7949) | 50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... (7 more customers)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Depot: (40.7614, -73.9776) (Manhattan, NY)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Minimize total distance while respecting capacity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CVRP Lab - Step 1: Create Distance Matrix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Haversine formula or Google Distance API: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geopy.distance import geodesic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= [(40.7128, -74.0060), (40.7589, -73.9851), ...]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distance_matrix = []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from_loc in locations: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row = []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to_loc in locations: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dist = geodesic(from_loc, to_loc).km * 1000  # in meters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row.append(int(dist))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distance_matrix.append(row)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CVRP Lab - Step 2: Configure Solver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search_parameters = routing_enums_pb2.RoutingSearchParameters()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search_parameters.first_solution_strategy = (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routing_enums_pb2.FirstSolutionStrategy.PATH_CHEAPEST_ARC)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search_parameters.local_search_metaheuristic = (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routing_enums_pb2.LocalSearchMetaheuristic.GUIDED_LOCAL_SEARCH)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search_parameters.time_limit.seconds = 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= routing.SolveFromAssignmentWithParameters(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initial_solution, search_parameters)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CVRP Lab - Analyzing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Route 0 (Vehicle 1): Depot -&gt; C1 -&gt; C5 -&gt; C3 -&gt; Depot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Route 1 (Vehicle 2): Depot -&gt; C2 -&gt; C4 -&gt; C6 -&gt; Depot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 distance: 45.3 km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 capacity used: Vehicle 1 = 85 units, Vehicle 2 = 90 units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Check: No customer visited twice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Check: Capacity constraints satisfied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Check: All customers served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Check: Reasonable route structure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VRP is fundamental to logistics optimization (NP-hard but solvable)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 provides production-grade routing solver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optimization requires continuous data refresh (traffic, weather)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maintenance + routing = minimize TCO (total cost of ownership)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Last-mile delivery is multi-modal (vehicles, drones, crowd-sourced)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CVRP solved on 10-customer problem in &lt;1 second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Vehicle Routing Problem variants (CVRP, VRPTW, PDVRP)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Google OR-Tools architecture &amp; APIs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Real-time optimization with traffic/weather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Fleet maintenance scheduling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Last-mile delivery strategies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Warehouse Automation &amp; Robotics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CAF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www.proxiant.com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Master AI. Professionally.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2026-02-14T12:24:36Z</dcterms:created>
  <dcterms:modified xsi:type="dcterms:W3CDTF">2026-02-14T12:24:36Z</dcterms:modified>
</cp:coreProperties>
</file>