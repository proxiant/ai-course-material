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Mining &amp; Optimization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| Class 9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Mining Fundamentals: Event Logs &amp; Discovery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PM4Py Library Deep Dive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Identification Techniques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with SimPy for Process 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Twins &amp; Real-Time Monitoring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 with 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Lab: PM4Py Process Mining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Mining Fundamentals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logs: sequences of activities with timestamps, resources, cases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discovery: automatically learn process models from logs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algorithm: simple, fast; finds basic process structures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Miner: handles complex dependencies, noise-resistant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checking: validate if logs match expected process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Log Structure (XES/CSV Format)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ID: unique process instance identifier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task or step name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Timestamp: start/end time of activity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Resource: person/system executing the activity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Attributes: process parameters (cost, priority, outcome)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Order 123 → received → picked → shipped → delivered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Discovery: Alpha vs Inductive Miner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Algorithm: foundational, O(n log n) complexity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basic patterns: sequences, splits, joins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complex loops and noise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Miner: modern, recursive, handles complexity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process tree → converts to Petri net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noise; supports custom parameters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PM4Py Library: Installation &amp; Import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pm4py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pm4py.read_xes() / read_csv() - load event logs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pm4py.discover_petri_net() - discover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pm4py.fitness() - conformance metrics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pm4py.statistics - throughput, resource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Code: Load &amp; Explore Event Logs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pm4py.objects.log.importer.xes import importer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= importer.apply('logistics.xes')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Explore: log.groupby('concept:name').size()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Temporal: log.sort_values('time:timestamp')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Resources: log['org:resource'].unique()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Variants: log.groupby('case:concept:name').agg(set)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Discovering Petri Nets from Logs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net, initial_marking, final_marking = discover_petri_net(log, 'inductive')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Petri net components: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Places: conditions/states (circles)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Transitions: activities/events (boxes)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Arcs: flow relationships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Tokens: represent process instances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Conformance Checking: Fitness &amp; Precision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Fitness: % of log traces that match model perfectly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fitness_score = fitness.token_replay(log, net, initial, final)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model doesn't allow behaviors not in log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precision_score = precision.etconformance(log, net, initial, final)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Generalization: model covers unseen traces appropriately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Bottleneck Analysis: Finding Constraints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time: total elapsed time per case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duration = max_timestamp - min_timestamp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time: idle time between activities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time: actual execution 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utilization: % time resource is active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Heatmaps: identify over/under-utilized resources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Code: Throughput Time &amp; Waiting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pm4py.statistics import case_statistics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durations = case_statistics.get_cases_duration(log)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avg_duration = durations.mean()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activity_stats = case_statistics.get_activity_durations(log)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slow_activities = activity_stats.nlargest(5, 'duration')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SimPy: Discrete Event Simulation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simpy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process dynamics: queuing, resource contention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production lines with realistic constraints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Queuing theory: arrival rates, service times, server pools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Carlo: run 1000s of replications for capacity analysis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cycle time distributions, resource utilization plots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Code: SimPy Production Line Simulation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simpy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= simpy.Environment()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= simpy.Resource(env, capacity=3)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process(job): yield env.process(machine.get())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 in range(100): env.process(process(f'Job{i}'))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env.run()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print(f'Avg wait time: {total_wait / num_jobs}')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Twins: Virtual Process Models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sync: IoT sensors → simulation state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Predictive: what-if scenarios before physical changes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planning: test optimization without disruption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example: digital replica of production floor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example: simulate network routes &amp; timing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PM4Py (process model) + SimPy (dynamics) + real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Improvement: RL for Optimization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Learning: learn optimal scheduling policies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current resource availability, queue lengths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routing, prioritization, parallelization decisions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minimize cycle time, maximize throughput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scheduling: policies adjust to demand changes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 meets AI: continuous small improvements + data insights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LAB: Process Mining Logistics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End-to-end process mining pipeline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logistics event log (XES format)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Inductive Miner discovery → Petri net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conformance: fitness &amp; precision scores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bottlenecks: slow activities, waiting times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Simulate improvement scenarios with SimPy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mining bridges data &amp; process improvement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PM4Py: Python library for discovery, analysis, simulation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analysis drives targeted optimization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twins enable predictive, risk-free experimentation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process mining: continuous, data-driven improvements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Resource allocation &amp; scheduling optimization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2026-02-14T12:25:29Z</dcterms:created>
  <dcterms:modified xsi:type="dcterms:W3CDTF">2026-02-14T12:25:29Z</dcterms:modified>
</cp:coreProperties>
</file>