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Presentations &amp; Certification Review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| Class 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Guidelines &amp; Rubric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Format &amp; Q&amp;A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&amp; Structured Feedback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Certification Overview &amp; Study Tips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Synthesis: The Full Operations AI Journey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Pathways in AI for Operations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Trends &amp; Future Directions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Project: End-to-End Operations AI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Apply course concepts to real-world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supply chain, logistics, manufacturing, maintenance, or quality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complete solution with data → model → deployment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15 minutes + 5 minutes Q&amp;A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size: 1-3 people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README, code, model cards, impact analysis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Key Capstone Components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Problem Definition: what operational challenge are you solving?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Engineering: collection, cleaning, feature engineering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Model Selection: justify your ML/optimization approach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Deployment Plan: how does the solution go into production?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Business Impact: cost savings, efficiency gains, risk reduction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Problem Examples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chain: demand forecasting with seasonality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Logistics: route optimization for delivery fleet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Manufacturing: predictive maintenance for equipment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real-time defect detection with computer vision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Inventory: multi-echelon optimization with safety stocks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Workforce: shift scheduling with skill constraints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Engineering: Quality &amp; Quantity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collection: identify sources (ERP, IoT, historical databases)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Cleaning: handle missing values, outliers, duplicates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domain knowledge + ML techniques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splits: train/val/test with temporal consideration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simple model for comparison (e.g., naive forecast)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data dictionary, schema, quality 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Selection: Justify Your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method? Tree-based for non-linear? RL for sequential decisions?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Baselines: compare vs industry standard (e.g., ARIMA, greedy algorithm)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define success (RMSE, MAE, AUC, business KPIs)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SHAP, feature importance, confidence intervals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cross-validation, hold-out test set, real-world trials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Deployment: From Prototype to Production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edge (Jetson), cloud (AWS/Azure), hybrid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API, batch scoring, streaming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drift detection, error alerting, retraining triggers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shadow deployment, A/B test, gradual rollout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Handoff: documentation, training, support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adoption rate, business metric targets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Show the Value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reduction: labor hours, energy, waste, inventory carrying cost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increase: higher throughput, better service, market share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reduction: fewer failures, compliance, safety improvements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calculation: (annual savings - implementation cost) /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period: months to recover initial investment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analysis: what if assumptions change?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Rubric (100 points)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(15): clarity, relevance, impact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Methods (25): quality, features, model validation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(25): code quality, reproducibility, testing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Monitoring (20): production readiness, dashboards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Impact (15): clarity, business alignment, ROI story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Tips: 15-Minute Pitch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min: problem context + why it matters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data overview + feature highlights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min: model approach + results (graphs, metrics)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deployment architecture + monitoring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business impact + ROI + lessons learned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Visuals: minimal text, lots of charts, Gantt/process diagrams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Review: Structured Feedback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2-3 things done really well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Clarity: was problem/solution clear? Missing details?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sufficient data? Feature engineering sound?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validation: proper train/test split? Baseline comparison?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readiness: can this actually deploy? Monitoring?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2-3 challenging questions to stimulate thinking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PCAP Python Certification: Exam 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questions, 3 hours (1.8 min per question)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required to pass (70 correct answers)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Computer-based, multiple choice + code output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distribution: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Operations AI methods 30% (forecasting, optimization, ML)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ML methods 25% (regression, classification, unsupervised)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Tools &amp; deployment 25% (TensorFlow, SQL, APIs)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937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Business impact 20% (metrics, ROI, risk)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PCAP Exam Prep: Study Tips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lecture notes, hands-on lab code, case studies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tests: 3-4 full mock exams (simulate time pressure)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areas: identify topics &lt; 70% accuracy, deep-dive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review: trace code execution, predict output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Formulas: memorize key metrics (MAPE, MAE, AUC, ROI)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management: skip hard Q, return later (average 1.8 min/Q)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 Synthesis: Week-by-Week Recap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1-2: Foundations (demand forecasting, inventory)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Supply chain &amp; logistics optimization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Predictive maintenance &amp; quality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Process mining &amp; resource scheduling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MLOps deployment &amp; capstone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Thread: data → insights → optimization → deployment → monitoring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Career Paths: 5 Specialized Roles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Operations Manager: strategy, team leadership, business alignment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Data Scientist: forecasting, network optimization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Engineer: simulation, IoT integration, scenario planning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Manufacturing Lead: Industry 4.0, process mining, quality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Research Analyst: optimization models, decision support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Trends: The Next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supply chains: minimal human intervention, real-time decisions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5.0: AI + human expertise, ethical, sustainable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ChatGPT for planning scenarios, demand letters, insights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AI: compute at source (sensors), reduced latency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AI: carbon-aware scheduling, green logistics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learning: train models without centralizing sensitive 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www.proxiant.com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2026-02-14T12:25:29Z</dcterms:created>
  <dcterms:modified xsi:type="dcterms:W3CDTF">2026-02-14T12:25:29Z</dcterms:modified>
</cp:coreProperties>
</file>