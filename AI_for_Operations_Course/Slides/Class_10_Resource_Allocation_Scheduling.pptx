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86A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Proxiant Academy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Resource Allocation &amp; Scheduling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 | Class 10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74320" y="63093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Agenda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Shop Scheduling Problem &amp; Formulation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 Programming vs Mixed-Integer Programming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CP-SAT Solver: Core Concepts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Workforce Optimization &amp; Shift Scheduling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Planning &amp; Demand Matching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Optimization &amp; Smart Grid Integration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Lab: Production Scheduling with CP-SAT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74320" y="63093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Job Shop Scheduling Problem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Definition: assign jobs to machines, minimize total time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jobs, m machines, each job has task sequence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Constraints: precedence, machine availability, capacity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minimize makespan (max completion time)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NP-hard: exact solvers needed for real problems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CP-SAT: state-of-art constraint programming solver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74320" y="63093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Job Shop Example: 10 Jobs, 3 Machines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1: Task A (Machine 1, 5min) → Task B (Machine 2, 3min)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2: Task C (Machine 2, 4min) → Task A (Machine 1, 6min)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3: Task B (Machine 3, 2min) → Task C (Machine 2, 5min)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 (10 jobs total)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Find: schedule that minimizes total time while respecting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availability and task dependencies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74320" y="63093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Constraint Programming vs MIP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MIP (Mixed-Integer Programming): formulate all constraints algebraically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Pros: mature solvers (CPLEX, Gurobi)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Cons: large problem size → slow, limited by formulation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(Constraint Programming): declarative, flexible constraints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Pros: handles complex logic, efficient search strategies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Cons: less proven for some problem classes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4937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Winner for scheduling: CP excels with disjunctive constraints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74320" y="63093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Google OR-Tools &amp; CP-SAT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 install ortools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CP-SAT combines: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 propagation: fast feasibility checking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MIP relaxation: lower bounds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search: near-optimal solutions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4937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Multi-core: parallelizes search automatically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74320" y="63093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CP-SAT: Variables &amp; Constraints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Variables: IntVar for discrete values, IntervalVar for time windows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= model.NewIntervalVar(start, duration, end, name)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Constraints: NoOverlap, AddDisjunctive, AddCumulative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precedence: model.Add(task1_end &lt;= task2_start)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resource: model.AddNoOverlap([task1, task2]) for same machine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capacity: model.AddCumulative(tasks, capacities)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74320" y="63093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Code: Define Objective &amp; Solve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makespan = model.NewIntVar(0, 1000, 'makespan')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model.Add(makespan &gt;= all_end_times)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model.Minimize(makespan)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solver = cp_model.CpSolver()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solver.parameters.log_search_progress = True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= solver.Solve(model)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4937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print(f'Makespan: {solver.Value(makespan)}')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74320" y="63093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Code: Job Shop Model in CP-SAT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job_id, job in enumerate(jobs):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for task_id, (machine, duration) in enumerate(job):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start = model.NewIntVar(0, 1000, f'J{job_id}T{task_id}_start')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task = model.NewIntervalVar(start, duration, start+duration, ...)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for other_job: add precedence constraints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add_to_machine_list[machine]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4937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machine_tasks: model.AddNoOverlap(machine_tasks)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74320" y="63093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Gantt Chart Visualization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X-axis: time, Y-axis: machines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job represented as colored bar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position: start/end time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Gaps indicate idle time or waiting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matplotlib, plotly, dash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visualize optimal schedule from CP-SAT solution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74320" y="63093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Workforce Optimization: Shift Scheduling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assign workers to shifts, meet coverage demand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Variables: worker-shift assignments (binary: yes/no)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Constraints: skill requirements, max hours, break times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minimize labor cost while meeting demand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Fairness: balance workload across workers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integration: demand forecasting → shift planning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74320" y="63093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Skill-Based Resource Assignment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requires specific skill set (e.g., 'welding', 'quality_inspection')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Workers have skill profiles: [(skill, proficiency_level)]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Assignment: match worker skills to task requirements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Constraint: can only assign if worker has skill level &gt;= required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minimize cost or maximize throughput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Dynamic: retraining improves skill availability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74320" y="63093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Labor Demand Forecasting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historical workload, seasonal patterns, future demand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Method: time series forecasting (ARIMA, Prophet, LSTM)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predicted labor hours needed per week/day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optimization: adjust shift plans based on forecast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Feedback: monitor actual vs predicted → retrain model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reduced overtime, better service levels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74320" y="63093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Capacity Planning: Demand-Capacity Matching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Demand: forecasted customer orders, MPS (master production schedule)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Capacity: available machine hours, worker shifts, material supply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analysis: identify periods of over/under-capacity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Actions: adjust batch sizes, work schedules, outsourcing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Simulation: test scenarios (hiring, equipment purchase, process speed)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74320" y="63093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Energy Optimization: Peak Demand &amp; Renewables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scheduling: shift energy-intensive tasks to low-cost periods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Time-of-use pricing: electricity cheaper off-peak (e.g., night)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Constraint: schedule production without exceeding grid peak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Renewable integration: prioritize solar/wind when available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grid: real-time price signals → dynamic scheduling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minimize energy cost + carbon footprint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74320" y="63093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HANDS-ON LAB: Production Scheduling with CP-SAT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Scenario: 10 jobs across 3 machines, 5-10min task durations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Define jobs, tasks, machines in data structure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Create CP-SAT model, add variables &amp; constraints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 Solve and retrieve makespan, job completion times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4: Generate Gantt chart visualization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Bonus: Add skill-based resource constraint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74320" y="63093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B365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CP-SAT solver: powerful for scheduling &amp; allocation problems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 formulation crucial: clear constraints = faster solution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Workforce + capacity + energy optimization are interconnected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Gantt charts: essential for communication &amp; validation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Practical: scheduling can reduce costs 10-20% in real operations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MLOps deployment &amp; monitoring for AI systems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74320" y="63093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E86A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 &amp; Discussion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274320" y="63093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2026-02-14T12:25:29Z</dcterms:created>
  <dcterms:modified xsi:type="dcterms:W3CDTF">2026-02-14T12:25:29Z</dcterms:modified>
</cp:coreProperties>
</file>