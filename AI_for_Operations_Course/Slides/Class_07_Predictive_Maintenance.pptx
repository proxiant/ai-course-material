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Maintenance with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Class 7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Monitoring: Sensors &amp; Feature Extraction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 (RUL) Prediction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Techniques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Scheduling Optimization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P-F Curve &amp; Failure Modes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RUL Prediction with NASA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 Monitoring: Sensor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analysis: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Accelerometer measures vibration signature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FFT (Fast Fourier Transform) extracts frequency content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Feature: Peak frequency, RMS, crest factor -&gt; detect imbalance, misalignment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trending: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Infrared or contact thermometer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Baseline: Normal operating temp, Alert: +20C above baseline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analysis (for engines):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Iron/copper particles: Bearing wear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Viscosity change: Contamination or degradation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emission: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Ultrasonic sensor detects crack propagation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Vibration Feature Extraction: FFT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vibration signal: 10,000 samples at 10 kHz sampling rate (1 second)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FFT: Transform time-domain -&gt; frequency-domain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Frequency range: 0-5 kHz (Nyquist frequency)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Peak frequency: 1.5 kHz (indicates imbalance)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Power spectral density at bearing defect frequency (BPFO)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Broadband noise floor: Indicates wear/spalling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Bearing defect frequency = 5 * (rpm/60)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rpm=3000, BPFO=250 Hz -&gt; Look for 250 Hz spike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Useful Life (RUL)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Time until equipment fails (in days/operating hours)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Equipment behavior is complex, failures are rare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Survival analysis (statistical)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Machine learning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Deep learning (LSTM)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equipment will fail in 30 days -&gt; Schedule maintenance before failure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Avoid catastrophic failures, reduce downtime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savings: Maintenance cost &lt;&lt; unplanned failure cost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Survival Analysis: Kaplan-Meier Estimator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What % of equipment is still functioning at time T?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Kaplan-Meier survival curve: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Track 100 identical machines for 5 years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At 1 year: 95 still working (5% failed)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At 2 years: 85 still working (10 more failed)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At 5 years: 40 still working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Warranty periods, maintenance scheduling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Proportional Hazards model: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Include covariates (operating load, temperature, hours)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Estimate hazard ratio for each covariate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for RUL: Random Survival Forest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Ensemble of survival trees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scikit-survival (Python)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Features: [mileage, age, temp_avg, vibration_rms, oil_iron_ppm]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Target: (time_to_failure, failure_occurred [0/1])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training row: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[45000 km, 3 years, 85C, 2.5 mm/s, 180 ppm] -&gt; (45 days to failure, failure=1)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Equipment with [50000, 2.5, 90, 3.2, 250] -&gt; 25 days to failure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Actionable: Schedule maintenance within 25 days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for RUL: LSTM Networks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Degradation is sequential, non-linear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(Long Short-Term Memory): Captures temporal dependencies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Input: Sequence of [vibration_rms, temp, pressure] over 30 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LSTM layer: 64 units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Dense layer: Predict RUL (days to failure)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Output: Single value (e.g., 18 days)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over Random Forest: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Captures degradation trajectory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Better for non-stationary sensor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Can use full time-series history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Detection: Statistical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(Cumulative Sum Control Chart):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Monitor deviation from baseline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Alert if cumulative sum exceeds threshold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Good for trending (gradual increase in temp)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(Exponentially Weighted Moving Average):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Weight recent observations more heavily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Smooth short-term noise, detect longer-term drift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Formula: EWMA = a*X + (1-a)*EWMA_prev, (a=0.1-0.3)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Alert if EWMA &gt; baseline + 3*std_dev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Detection: ML Approaches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Isolate anomalies by random partitioning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Non-anomalies need many partitions, anomalies need few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Multivariate: Detect unusual combinations of sensors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Example: Normal if (temp=80, vibration=2.0), Anomaly if (95, 4.5)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(Neural Network):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Encoder: Compress sensor stream -&gt; low-dim representation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Decoder: Reconstruct original signal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Anomaly: High reconstruction error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Good for: detecting new failure patterns not in training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P-F Curve: From Symptom to Failure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P-point: Potential failure (first detectable symptom)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Vibration spike appears, but equipment still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Detected by alarm threshold in condition monitoring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F-point: Functional failure (equipment can no longer do job)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Equipment fails catastrophically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P-F interval: Time between P and 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Bearing: P-F = 1-2 weeks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Pump seal: P-F = 2-4 weeks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Goal: Detect at P, schedule maintenance before 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Set alarm at P, give technician P-F interval to fix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Modes &amp; Degradation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failures: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Spalling: Progressive surface wear -&gt; accelerating vibration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Raceway crack: Sharp impulsive vibration peaks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Cage fracture: Noise increases unpredictably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leakage: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Pressure drop: Linear degradation (predictable)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Sudden rupture: Nonlinear (difficult to predict)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erosion: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Flow rate decreases gradually (smooth degradation)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Erosion accelerates at high pressure/temperature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goal: Extract features specific to each failure mode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NASA Turbofan RUL (Setup)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NASA C-MAPSS (Commercial Modular Aero-Propulsion System Simulation)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100+ simulated turbofan engines, operated to failure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Features: 21 sensors (temperature, pressure, speed, flow rate)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Target: Cycles to failure (RUL in cycles)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row: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Engine_ID | Cycle | Sensor1 (temp) | Sensor2 (pressure) | ... | RUL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         | 1     | 100.0          | 518.67            | ... | 191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         | 2     | 100.0          | 518.67            | ... | 190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...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         | 191   | 106.5          | 624.35            | ... |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Lab: Data Preparation Step-by-Step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1. Load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train_df = pd.read_csv("train_FD001.txt", header=None)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Columns: [engine_id, cycle, sensor1, sensor2, ..., sensor21]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2. Create RUL column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train_df["RUL"] = train_df.groupby(0).cumcount(ascending=False) + 1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3. Normalize sensor values (0-1 scale)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sklearn.preprocessing import MinMaxScaler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= MinMaxScaler()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sensor_cols = list(range(2, 23))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train_df[sensor_cols] = scaler.fit_transform(train_df[sensor_cols])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Lab: Extract Features for RUL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Rolling statistics over last N cycles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create_features(data, window=10):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features = []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i in range(window, len(data)):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# Mean of last N cycles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means = data.iloc[i-window:i, 2:23].mean()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# Std dev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stds = data.iloc[i-window:i, 2:23].std()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# Trend (linear regression slope)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trend = np.polyfit(range(window), data.iloc[i-window:i, 2], 1)[0]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features.append(np.concatenate([means, stds, [trend]]))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np.array(features)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Lab: Train Survival Forest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sksurv.ensemble import RandomSurvivalForest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sksurv.util import Surv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Prepare training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 = engineered_features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y_train = Surv.from_arrays(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event=(train_df["RUL"] == 0),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time=train_df["RUL"]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Train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rsf = RandomSurvivalForest(n_estimators=100, random_state=42)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rsf.fit(X_train, y_train)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Predict RUL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= rsf.predict(X_test)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monitoring: Vibration (FFT), temperature, oil analysis, acoustics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 combines survival analysis + ML (Random Forest) + DL (LSTM)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P-F curve: Detect symptom at P, fix before failure at 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CUSUM/EWMA (statistical) vs. Isolation Forest/Autoencoder (ML)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differ: Bearing spalling (accelerating) vs. seal leakage (linear)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NASA C-MAPSS turbofan RUL prediction using survival forest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Apply to real equipment with 6-12 months historical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www.proxiant.com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AI. Professionally.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2026-02-14T12:24:36Z</dcterms:created>
  <dcterms:modified xsi:type="dcterms:W3CDTF">2026-02-14T12:24:36Z</dcterms:modified>
</cp:coreProperties>
</file>