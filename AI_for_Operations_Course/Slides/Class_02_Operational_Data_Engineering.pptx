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315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Proxiant Academy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Operational Data Engineering &amp; Analytics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29260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| Module 2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7315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 Agenda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0" y="8229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Sensor Data: Types &amp; Sampling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1440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Pipeline Architecture (MQTT → Kafka → Flink)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15544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ERP/WMS/TMS System Integration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19202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Time-Series Databases (InfluxDB, TimescaleDB)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22860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&amp; Preprocessing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26517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for Operations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30175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Lab: Kafka Pipeline + InfluxDB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74320" y="47777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7315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IoT Sensor Data Types &amp; Characteristics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1828800" cy="3200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86868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Type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286000" y="822960"/>
            <a:ext cx="1371600" cy="3200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7" name="Text 5"/>
          <p:cNvSpPr/>
          <p:nvPr/>
        </p:nvSpPr>
        <p:spPr>
          <a:xfrm>
            <a:off x="2331720" y="86868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0" y="822960"/>
            <a:ext cx="1828800" cy="3200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9" name="Text 7"/>
          <p:cNvSpPr/>
          <p:nvPr/>
        </p:nvSpPr>
        <p:spPr>
          <a:xfrm>
            <a:off x="3703320" y="86868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Sampling Rate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0" y="822960"/>
            <a:ext cx="2286000" cy="3200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1" name="Text 9"/>
          <p:cNvSpPr/>
          <p:nvPr/>
        </p:nvSpPr>
        <p:spPr>
          <a:xfrm>
            <a:off x="5532120" y="86868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1143000"/>
            <a:ext cx="7315200" cy="594360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118872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Vibration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331720" y="118872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Hz/m/s²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703320" y="118872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100-1000 Hz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532120" y="118872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 health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1737360"/>
            <a:ext cx="7315200" cy="5943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" y="17830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331720" y="178308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°C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703320" y="17830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1-10 Hz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532120" y="178308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monitoring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2331720"/>
            <a:ext cx="7315200" cy="594360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" y="237744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Pressure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331720" y="237744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PSI/Bar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703320" y="237744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5-50 Hz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532120" y="237744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status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" y="2926080"/>
            <a:ext cx="7315200" cy="5943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297180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Rate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2331720" y="297180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L/min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703320" y="297180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1-5 Hz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532120" y="297180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metrics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74320" y="47777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7315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Pipeline Architecture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1371600" cy="640080"/>
          </a:xfrm>
          <a:prstGeom prst="rect">
            <a:avLst/>
          </a:prstGeom>
          <a:solidFill>
            <a:srgbClr val="4CAF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554480"/>
            <a:ext cx="1280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Sensors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874520" y="1828800"/>
            <a:ext cx="548640" cy="0"/>
          </a:xfrm>
          <a:prstGeom prst="line">
            <a:avLst/>
          </a:prstGeom>
          <a:noFill/>
          <a:ln w="25400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011680" y="1508760"/>
            <a:ext cx="1371600" cy="640080"/>
          </a:xfrm>
          <a:prstGeom prst="rect">
            <a:avLst/>
          </a:prstGeom>
          <a:solidFill>
            <a:srgbClr val="2E8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057400" y="1554480"/>
            <a:ext cx="1280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MQTT Broker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29000" y="1828800"/>
            <a:ext cx="548640" cy="0"/>
          </a:xfrm>
          <a:prstGeom prst="line">
            <a:avLst/>
          </a:prstGeom>
          <a:noFill/>
          <a:ln w="25400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566160" y="1508760"/>
            <a:ext cx="1371600" cy="640080"/>
          </a:xfrm>
          <a:prstGeom prst="rect">
            <a:avLst/>
          </a:prstGeom>
          <a:solidFill>
            <a:srgbClr val="1B36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11880" y="1554480"/>
            <a:ext cx="1280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983480" y="1828800"/>
            <a:ext cx="548640" cy="0"/>
          </a:xfrm>
          <a:prstGeom prst="line">
            <a:avLst/>
          </a:prstGeom>
          <a:noFill/>
          <a:ln w="25400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120640" y="1508760"/>
            <a:ext cx="1371600" cy="640080"/>
          </a:xfrm>
          <a:prstGeom prst="rect">
            <a:avLst/>
          </a:prstGeom>
          <a:solidFill>
            <a:srgbClr val="2E8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66360" y="1554480"/>
            <a:ext cx="1280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Flink/Spark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537960" y="1828800"/>
            <a:ext cx="548640" cy="0"/>
          </a:xfrm>
          <a:prstGeom prst="line">
            <a:avLst/>
          </a:prstGeom>
          <a:noFill/>
          <a:ln w="25400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675120" y="1508760"/>
            <a:ext cx="1371600" cy="640080"/>
          </a:xfrm>
          <a:prstGeom prst="rect">
            <a:avLst/>
          </a:prstGeom>
          <a:solidFill>
            <a:srgbClr val="4CAF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20840" y="1554480"/>
            <a:ext cx="1280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Lake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29260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Alerts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120640" y="29260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Store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675120" y="29260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BI/Analytics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74320" y="47777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7315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ERP/WMS/TMS System Integration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822960"/>
            <a:ext cx="2743200" cy="32004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ERP (SAP, Oracle)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APIs: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94360" y="1481328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REST/SOAP APIs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94360" y="1682496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OData feeds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57200" y="2002536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Sync: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02920" y="2231136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(daily) + Real-time (Kafka)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57200" y="2734056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Data: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94360" y="2962656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94360" y="3163824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94360" y="3364992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291840" y="822960"/>
            <a:ext cx="2743200" cy="32004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16" name="Text 14"/>
          <p:cNvSpPr/>
          <p:nvPr/>
        </p:nvSpPr>
        <p:spPr>
          <a:xfrm>
            <a:off x="3383280" y="86868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WMS (Manhattan)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383280" y="128016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APIs: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520440" y="1481328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APIs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520440" y="1682496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WebServices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3383280" y="2002536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Sync: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429000" y="2231136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messaging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3383280" y="2734056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Data: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520440" y="2962656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Receipts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3520440" y="3163824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Picking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3520440" y="3364992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Shipping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6217920" y="822960"/>
            <a:ext cx="2743200" cy="32004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27" name="Text 25"/>
          <p:cNvSpPr/>
          <p:nvPr/>
        </p:nvSpPr>
        <p:spPr>
          <a:xfrm>
            <a:off x="6309360" y="86868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TMS (JDA, i2)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309360" y="128016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APIs: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446520" y="1481328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+ webhooks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6446520" y="1682496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309360" y="2002536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Sync: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355080" y="2231136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Event-driven (real-time)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309360" y="2734056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Data: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446520" y="2962656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446520" y="3163824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Tracking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446520" y="3364992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Shipments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274320" y="47777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7315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Time-Series Databases: InfluxDB vs TimescaleDB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1645920" cy="27432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795528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931920" y="777240"/>
            <a:ext cx="3474720" cy="27432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7" name="Text 5"/>
          <p:cNvSpPr/>
          <p:nvPr/>
        </p:nvSpPr>
        <p:spPr>
          <a:xfrm>
            <a:off x="4023360" y="795528"/>
            <a:ext cx="3291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InfluxDB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406640" y="777240"/>
            <a:ext cx="3474720" cy="27432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0" y="795528"/>
            <a:ext cx="3291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TimescaleDB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1078992"/>
            <a:ext cx="8229600" cy="320040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111556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Type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194560" y="1115568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NoSQL (purpose-built)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669280" y="1115568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extension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1399032"/>
            <a:ext cx="822960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143560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Language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194560" y="1435608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 (functional)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669280" y="1435608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SQL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1719072"/>
            <a:ext cx="8229600" cy="320040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17556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 Policies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194560" y="1755648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669280" y="1755648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hypertables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57200" y="2039112"/>
            <a:ext cx="822960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20756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194560" y="2075688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Excellent (&gt;100x)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669280" y="2075688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(hypertables)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359152"/>
            <a:ext cx="8229600" cy="320040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27" name="Text 25"/>
          <p:cNvSpPr/>
          <p:nvPr/>
        </p:nvSpPr>
        <p:spPr>
          <a:xfrm>
            <a:off x="548640" y="239572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Curve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194560" y="2395728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669280" y="2395728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(SQL)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57200" y="2679192"/>
            <a:ext cx="822960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548640" y="271576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194560" y="2715768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metrics/IoT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669280" y="2715768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workloads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274320" y="47777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7315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Quality &amp; Preprocessing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86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Sensor Drift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94560" y="8686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trends + ML correction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0" y="822960"/>
            <a:ext cx="3657600" cy="365760"/>
          </a:xfrm>
          <a:prstGeom prst="rect">
            <a:avLst/>
          </a:prstGeom>
          <a:solidFill>
            <a:srgbClr val="E8E8E8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166360" y="8686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scikit-learn preprocessing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146304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86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Missing Values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194560" y="14630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fill + interpolation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029200" y="1417320"/>
            <a:ext cx="3657600" cy="365760"/>
          </a:xfrm>
          <a:prstGeom prst="rect">
            <a:avLst/>
          </a:prstGeom>
          <a:solidFill>
            <a:srgbClr val="E8E8E8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66360" y="14630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Pandas fillna() + interpolate()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57200" y="20574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86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Outliers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194560" y="20574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IQR method + domain rules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029200" y="2011680"/>
            <a:ext cx="3657600" cy="365760"/>
          </a:xfrm>
          <a:prstGeom prst="rect">
            <a:avLst/>
          </a:prstGeom>
          <a:solidFill>
            <a:srgbClr val="E8E8E8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66360" y="20574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scipy.stats.iqr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57200" y="265176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86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Clock Skew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194560" y="26517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NTP sync + timestamp realignment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029200" y="2606040"/>
            <a:ext cx="3657600" cy="365760"/>
          </a:xfrm>
          <a:prstGeom prst="rect">
            <a:avLst/>
          </a:prstGeom>
          <a:solidFill>
            <a:srgbClr val="E8E8E8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66360" y="26517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Kafka timestamp config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274320" y="47777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7315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Feature Engineering for Operations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1645920" cy="32004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850392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Aggregates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94560" y="850392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Mean, std, min, max over 1h, 4h, 24h windows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1645920" cy="32004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399032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 Features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194560" y="1399032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Previous hour/day values; speed of change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1920240"/>
            <a:ext cx="1645920" cy="32004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1947672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Fourier Features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194560" y="1947672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sin/cos of hourly, daily, weekly cycles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468880"/>
            <a:ext cx="1645920" cy="32004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2496312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Features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194560" y="2496312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 count, throughput rate, queue depth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3017520"/>
            <a:ext cx="1645920" cy="32004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3044952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Interaction Features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194560" y="3044952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metrics; combined sensor insights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74320" y="47777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7315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Hands-On Lab: Kafka Pipeline + InfluxDB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8229600" cy="2286000"/>
          </a:xfrm>
          <a:prstGeom prst="rect">
            <a:avLst/>
          </a:prstGeom>
          <a:solidFill>
            <a:srgbClr val="2B2B2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960120"/>
            <a:ext cx="7955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F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Kafka Producer - Sensor Data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0F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kafka import KafkaProducer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0F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json, time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0F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producer = KafkaProducer(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0F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bootstrap_servers=['localhost:9092'],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0F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value_serializer=lambda v: json.dumps(v).encode('utf-8')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0F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0F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i in range(100):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0F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msg = {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0F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'timestamp': time.time(),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0F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'sensor_id': 'pump_01',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0F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'temperature': 72.5 + i*0.1,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0F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'pressure': 50 + i*0.05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0F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0F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producer.send('sensor_data', msg)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0F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time.sleep(1)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74320" y="47777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7315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868680"/>
            <a:ext cx="109728" cy="109728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850392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sensors generate high-frequency data (100+ Hz) requiring specialized streaming architectures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109728" cy="109728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399032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MQTT → Kafka → Flink pipeline enables real-time processing at scale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109728" cy="109728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1947672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Time-series databases (InfluxDB, TimescaleDB) optimize storage &amp; querying for temporal data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" y="2514600"/>
            <a:ext cx="109728" cy="109728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2496312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ERP/WMS/TMS integration via APIs bridges operational systems with analytics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3063240"/>
            <a:ext cx="109728" cy="109728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3044952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preprocessing (drift correction, outlier filtering) is critical for ML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8640" y="3611880"/>
            <a:ext cx="109728" cy="109728"/>
          </a:xfrm>
          <a:prstGeom prst="ellipse">
            <a:avLst/>
          </a:prstGeom>
          <a:solidFill>
            <a:srgbClr val="4CAF50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3593592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(rolling aggregates, lags, Fourier) transforms raw sensors into ML-ready data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74320" y="47777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 &amp; Answers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200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 — www.proxiant.com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AI. Professionally.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2026-02-14T12:24:38Z</dcterms:created>
  <dcterms:modified xsi:type="dcterms:W3CDTF">2026-02-14T12:24:38Z</dcterms:modified>
</cp:coreProperties>
</file>