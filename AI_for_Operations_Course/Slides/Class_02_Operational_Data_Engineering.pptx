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Data Engineering &amp;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| Module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Data: Types &amp; Sampling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Architecture (MQTT → Kafka → Flink)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ERP/WMS/TMS System Integration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Databases (InfluxDB, TimescaleDB)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for Operations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Kafka Pipeline + InfluxDB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Sensor Data Types &amp; Characteristics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828800" cy="3200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868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822960"/>
            <a:ext cx="1371600" cy="3200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331720" y="868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822960"/>
            <a:ext cx="1828800" cy="3200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03320" y="868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822960"/>
            <a:ext cx="2286000" cy="3200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32120" y="868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7315200" cy="59436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Hz/m/s²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100-1000 Hz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1188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health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737360"/>
            <a:ext cx="73152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1-10 Hz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331720"/>
            <a:ext cx="7315200" cy="59436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PSI/Bar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332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5-50 Hz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73152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2971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L/min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Hz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metrics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37160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54864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011680" y="1508760"/>
            <a:ext cx="137160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05740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54864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1508760"/>
            <a:ext cx="1371600" cy="640080"/>
          </a:xfrm>
          <a:prstGeom prst="rect">
            <a:avLst/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1188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828800"/>
            <a:ext cx="54864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120640" y="1508760"/>
            <a:ext cx="137160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6636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Flink/Spark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1828800"/>
            <a:ext cx="54864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675120" y="1508760"/>
            <a:ext cx="137160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2084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BI/Analytics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ERP/WMS/TMS System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868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(SAP, Oracle)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REST/SOAP APIs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feeds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002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(daily) + Real-time (Kafka)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7340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9626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31638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3649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822960"/>
            <a:ext cx="274320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83280" y="868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WMS (Manhattan)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280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14813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16824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WebServices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2002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231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27340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29626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20440" y="31638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0440" y="33649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822960"/>
            <a:ext cx="274320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09360" y="868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TMS (JDA, i2)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280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14813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webhooks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46520" y="16824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2002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2231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(real-time)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27340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29626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6520" y="31638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6520" y="33649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Databases: InfluxDB vs TimescaleDB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645920" cy="2743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795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931920" y="777240"/>
            <a:ext cx="3474720" cy="2743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023360" y="7955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0" y="777240"/>
            <a:ext cx="3474720" cy="2743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0" y="7955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115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Type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115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(purpose-built)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1115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extension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399032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14356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1435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(functional)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1435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SQL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19072"/>
            <a:ext cx="8229600" cy="3200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17556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1755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1755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hypertables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039112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2075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2075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(&gt;100x)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2075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(hypertables)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359152"/>
            <a:ext cx="8229600" cy="3200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23957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2395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2395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(SQL)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679192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2715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94560" y="2715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metrics/IoT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2715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workloads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&amp;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Drift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9456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trends + ML correction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0" y="822960"/>
            <a:ext cx="365760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66360" y="868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preprocessing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fill + interpolation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6636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fillna() + interpolate()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+ domain rules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663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scipy.stats.iqr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Clock Skew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sync + timestamp realignment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365760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663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timestamp config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for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64592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850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Aggregates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8503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 max over 1h, 4h, 24h windows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64592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399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399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hour/day values; speed of change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64592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19476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Features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9476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of hourly, daily, weekly cycles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164592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2496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Features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2496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count, throughput rate, queue depth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64592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044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30449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metrics; combined sensor insights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Kafka Pipeline + InfluxDB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B2B2B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96012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Kafka Producer - Sensor Data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kafka import KafkaProducer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time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 = KafkaProducer(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bootstrap_servers=['localhost:9092'],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value_serializer=lambda v: json.dumps(v).encode('utf-8')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range(100):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'timestamp': time.time(),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'sensor_id': 'pump_01',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'temperature': 72.5 + i*0.1,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'pressure': 50 + i*0.05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producer.send('sensor_data', msg)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time.sleep(1)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8503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generate high-frequency data (100+ Hz) requiring specialized streaming architectures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399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→ Kafka → Flink pipeline enables real-time processing at scale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9476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databases (InfluxDB, TimescaleDB) optimize storage &amp; querying for temporal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4963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ERP/WMS/TMS integration via APIs bridges operational systems with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0449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preprocessing (drift correction, outlier filtering) is critical for 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593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(rolling aggregates, lags, Fourier) transforms raw sensors into ML-ready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Answers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proxiant.ai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2026-02-14T12:24:38Z</dcterms:created>
  <dcterms:modified xsi:type="dcterms:W3CDTF">2026-02-14T12:24:38Z</dcterms:modified>
</cp:coreProperties>
</file>