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Automation &amp; Robotics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Class 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Layout Optimization: Slotting &amp; Zone Picking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Pick-path Optimization: TSP-based Routing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Process Automation: AMRs &amp; Cobots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for Inventory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Simulation &amp; What-if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Pick-path Optimizer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Layout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Slotting optimization: Where to place SKUs?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Demand data: Sales velocity of each 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ABC analysis: A-products (high velocity) near packing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Dimension-based: Large items in lower-cost high-shelves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Picking pattern: Co-location of frequently picked items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picking strategy: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Divide warehouse into zones (e.g., 4 zones)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Each picker responsible for 1 zone -&gt; minimize congestion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Reduce travel distance vs. batch picking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 Analysis Enhanced with 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ABC: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(80% revenue): Top 20% SKUs -&gt; High-velocity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 (15% revenue): Middle 30% SKUs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 (5% revenue): Low-velocity items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enhancements: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Demand forecasting: Predict next month sales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Seasonality: Adjust ABC classification by season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Clustering: Group similar products (e.g., all beverages together)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Recommendation: Suggest optimal shelf location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Anomaly: Detect unusual demand spikes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Pick-path Optimization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Picker has list of 30 items across warehouse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E.g., Aisle 1-Shelf 2, Aisle 3-Shelf 5, Aisle 2-Shelf 1, 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shortest route visiting all locations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Related to Traveling Salesman Problem (TSP)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Nearest-neighbor: Fast, ~20% suboptimal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2-opt improvement: Local search to refine route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Genetic algorithm: Evolutionary optimization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OR-Tools TSP solver: Production-grade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Pick-path Algorithm: Nearest-Neighbor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Start at packing station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Find nearest unvisited item location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Move to that location, pick item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Repeat until all items picked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Return to packing station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 items at (1,2), (5,1), (3,4), (2,5), (4,2)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 (0,0) -&gt; (1,2) -&gt; (2,5) -&gt; (3,4) -&gt; (4,2) -&gt; (5,1) -&gt; (0,0)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~16.5 units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Pick-path Optimization: 2-opt Improvement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Reverse order of route segments to reduce crossing paths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route: (0,0) -&gt; (1,2) -&gt; (2,5) -&gt; (3,4) -&gt; (4,2) -&gt; (5,1) -&gt; (0,0)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reversing segment (2,5)-&gt;(3,4)-&gt;(4,2):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 route: (0,0) -&gt; (1,2) -&gt; (4,2) -&gt; (3,4) -&gt; (2,5) -&gt; (5,1) -&gt; (0,0)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new distance, keep if better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no improvement found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Typically 10-20% better than nearest-neighbor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Planning in Warehouse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Batch customer orders into waves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(6am-9am): 30 orders from downtown area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Zone picking: Zone A picks zones 1-2, Zone B picks zones 3-4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Sort by route -&gt; Load vehicles in sequence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(9am-12pm): 25 orders from suburban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Parallel picking (multiple pickers working simultaneously)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Efficient vehicle loading (one wave = one trailer)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Reduced congestion vs. continuous picking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Better utilization of dock resources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Picking vs. Single-order Picking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Single-order picking: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One picker, one customer order, walk entire warehouse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High travel distance (~40% of cycle time)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Example: Pick 10 items from different aisles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picking: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Group 5-10 customer orders together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One picker walks through each location once, picks for all orders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 label printer to sort items post-pick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Reduces travel distance by 50%+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Trade-off: Requires post-pick sorting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Mobile Robots (AMRs)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robots: Replace forklifts &amp; pallet movers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Amazon Kiva (now Digit), MiR (Mobile Industrial Robots)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Goods-to-Person Systems: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AMR transports shelf with inventory to picker station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Picker grabs items while standing (reduced bending)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AMR returns shelf, picks up next 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2-3x faster picking, reduced injury, 24/7 operation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$15k-40k per robot + fleet management software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1-3 years for high-volume warehouses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Robots (Cobots)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Light-payload robotic arms that work alongside humans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Universal Robots UR3/UR5, Dobot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applications: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Case picking: Pick cases from pallets, place on conveyor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Palletizing: Stack cases on outbound pallets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Depalletizing: Break down inbound pallets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Putting away: Place items on shelves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Flexible (quick reprogramming), safe (force-limited)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3-10 kg, Speed: 1-2 m/sec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$35k-100k per arm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 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Barcode/QR scanning: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Verify correct item picked (prevent picking errors)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Handheld scanner or fixed camera at chute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detection: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CNN model to identify dented/crushed boxes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Divert damaged items for quality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counting: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Drone with camera scans shelves, counts boxes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Compare against system records -&gt; identify discrepancies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measurement: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3D camera measures box size for slot allocation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Optimize shelf configuration dynamically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 for Warehouse Simulation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Virtual replica of physical warehouse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AnyLogic, FlexSim, SimPy (Python)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elements: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Layout: Aisles, shelves, packing stations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Entities: Orders, SKUs, pickers, AMRs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Processes: Pick, pack, label, 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Resources: Picker availability, dock capacity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"If we add 1 more picker, cycle time reduces by ___?"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"If we implement wave picking, throughput increases by ___?"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"Optimal number of AMRs for peak demand?"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Pick-path Optimizer (Setup)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15-item order in warehouse layout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locations (aisle, shelf, level):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Item 1: (1, 2, 1), Item 2: (3, 1, 2), Item 3: (2, 4, 1),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station: (0, 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Nearest-neighbor + 2-opt improvement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Total walking distance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Pick cycle time (estimated 20 sec/item + travel)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Number of aisles traversed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Lab: Python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distance(p1, p2):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math.sqrt((p1[0]-p2[0])**2 + (p1[1]-p2[1])**2)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nearest_neighbor(start, items):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 = [start]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unvisited = set(range(len(items)))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while unvisited: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nearest = min(unvisited, key=lambda i: distance(route[-1], items[i]))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route.append(items[nearest])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unvisited.remove(nearest)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route + [start]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Lab: 2-opt Improvement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two_opt(route, items):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improved = True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while improved: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improved = False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for i in range(1, len(route)-2):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for j in range(i+1, len(route)-1):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new_route = route[:i] + route[i:j][::-1] + route[j:]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if total_distance(new_route) &lt; total_distance(route):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route = new_route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improved = True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break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route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optimization is multi-layer: Layout -&gt; Picking -&gt; Packing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analysis guides slotting; ML improves classification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Pick-path optimization (TSP) reduces picking time by 20-40%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(AMRs, cobots) increase throughput &amp; reduce injuries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prevents errors &amp; counts inventory automatically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enable risk-free scenario analysis before implementation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Built 15-item pick path in ~5 minutes with nearest-neighbor + 2-opt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www.proxiant.com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2026-02-14T12:24:36Z</dcterms:created>
  <dcterms:modified xsi:type="dcterms:W3CDTF">2026-02-14T12:24:36Z</dcterms:modified>
</cp:coreProperties>
</file>