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AI-Powered Operations Landscape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| Module 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Taxonomy for Operations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 Cases &amp; ROI Metrics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Platforms: AWS, Azure, GCP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Python Environment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AI/ML Taxonomy for Operations Professionals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640080"/>
            <a:ext cx="2103120" cy="42976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39903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55064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68296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2432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735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593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849624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Scheduling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105656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Use Cases &amp;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1645920"/>
          </a:xfrm>
          <a:prstGeom prst="rect">
            <a:avLst/>
          </a:prstGeom>
          <a:solidFill>
            <a:srgbClr val="E8E8E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822960"/>
            <a:ext cx="4114800" cy="1645920"/>
          </a:xfrm>
          <a:prstGeom prst="rect">
            <a:avLst/>
          </a:prstGeom>
          <a:solidFill>
            <a:srgbClr val="E8E8E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(ORION)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114800" cy="1645920"/>
          </a:xfrm>
          <a:prstGeom prst="rect">
            <a:avLst/>
          </a:prstGeom>
          <a:solidFill>
            <a:srgbClr val="E8E8E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Dynamics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4114800" cy="1645920"/>
          </a:xfrm>
          <a:prstGeom prst="rect">
            <a:avLst/>
          </a:prstGeom>
          <a:solidFill>
            <a:srgbClr val="E8E8E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Optimization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Forecasting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Integration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ROI Metrics for Operations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920240" cy="32004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15-25%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OEE Improvement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Effectiveness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1920240" cy="32004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20-30%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Reduction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651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Freed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1920240" cy="32004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10-20%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Fulfillment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822960"/>
            <a:ext cx="1920240" cy="32004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30-50%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58000" y="2103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6517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Waste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Platforms for Operations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51760" cy="3200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50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822960"/>
            <a:ext cx="2651760" cy="3200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850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234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77640" y="1234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IoT Hub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554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77640" y="15544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DevOps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240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2560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822960"/>
            <a:ext cx="2651760" cy="3200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850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GCP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234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12344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1554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155448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integration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240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Vision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25603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Case Studies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Warehouse Robotics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picking inefficiency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1097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robotic arms (Kiva)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09360" y="1097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0" y="12984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faster fulfillment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 ORION Routing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532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delivery routes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2532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route optimization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2532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miles saved annually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Siemens Predictive Maintenance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3566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3767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+ ML forecasting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3566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3767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reduction in failures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Hands-On: Python Environment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Installation via pip: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2B2B2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scikit-learn tensorflow google-ortools pandas matplotlib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Libraries: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2331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language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2651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&amp; preprocessing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971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3291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routing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611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Matplotlib/Seaborn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3931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8686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is transforming operations across manufacturing, logistics, retail, and energy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and reinforcement learning each solve different operational problems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574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 (AWS, Azure, GCP) provide integrated IoT + ML infrastructure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517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ROI: 15-50% improvements in efficiency, inventory, and quality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37160" cy="13716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ecosystem (scikit-learn, TensorFlow, OR-Tools) enables rapid prototyping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Answers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— www.proxiant.com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2026-02-14T12:23:58Z</dcterms:created>
  <dcterms:modified xsi:type="dcterms:W3CDTF">2026-02-14T12:23:58Z</dcterms:modified>
</cp:coreProperties>
</file>