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NaN" cy="NaN"/>
  <p:notesSz cx="NaN" cy="NaN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AI-Powered Operations Landscape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| Module 1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Course Agenda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 Taxonomy for Operations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1887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Use Cases &amp; ROI Metrics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554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Platforms: AWS, Azure, GCP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192024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Case Studies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286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Hands-On: Python Environment Setup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26517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AI/ML Taxonomy for Operations Professionals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0" y="640080"/>
            <a:ext cx="2103120" cy="4297680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8229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Supervised Learning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14300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1399032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Forecasting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655064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04825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Unsupervised Learning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368296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624328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2880360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Isolation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273552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Reinforcement Learning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593592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Optimization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31520" y="3849624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Scheduling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4105656"/>
            <a:ext cx="5943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Management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Industry Use Cases &amp; Applications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4114800" cy="1645920"/>
          </a:xfrm>
          <a:prstGeom prst="rect">
            <a:avLst/>
          </a:prstGeom>
          <a:solidFill>
            <a:srgbClr val="E8E8E8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9144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Manufacturing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16002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Control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19202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Scheduling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846320" y="822960"/>
            <a:ext cx="4114800" cy="1645920"/>
          </a:xfrm>
          <a:prstGeom prst="rect">
            <a:avLst/>
          </a:prstGeom>
          <a:solidFill>
            <a:srgbClr val="E8E8E8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983480" y="9144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2801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Optimization (ORION)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20640" y="16002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Tracking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120640" y="19202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Planning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4114800" cy="1645920"/>
          </a:xfrm>
          <a:prstGeom prst="rect">
            <a:avLst/>
          </a:prstGeom>
          <a:solidFill>
            <a:srgbClr val="E8E8E8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4360" y="27432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31089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Forecasting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34290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Optimization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37490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Dynamics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46320" y="2651760"/>
            <a:ext cx="4114800" cy="1645920"/>
          </a:xfrm>
          <a:prstGeom prst="rect">
            <a:avLst/>
          </a:prstGeom>
          <a:solidFill>
            <a:srgbClr val="E8E8E8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983480" y="27432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Energy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120640" y="310896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Optimization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120640" y="342900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Forecasting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120640" y="374904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Integration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ROI Metrics for Operations AI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1920240" cy="32004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4630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15-25%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1031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OEE Improvement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65176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Effectiveness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0" y="822960"/>
            <a:ext cx="1920240" cy="32004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651760" y="14630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20-30%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2651760" y="21031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Inventory Reduction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651760" y="265176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Capital Freed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3440" y="822960"/>
            <a:ext cx="1920240" cy="32004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754880" y="14630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10-20%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754880" y="21031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Delivery Time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265176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Fulfillment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66560" y="822960"/>
            <a:ext cx="1920240" cy="320040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858000" y="14630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30-50%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858000" y="210312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Defect Rate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58000" y="265176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Waste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Platforms for Operations AI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2651760" cy="3200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8503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AWS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2344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IoT: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43000" y="1234440"/>
            <a:ext cx="1874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IoT Core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43000" y="1554480"/>
            <a:ext cx="1874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SageMaker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94360" y="19202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inference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56032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MLOps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91840" y="822960"/>
            <a:ext cx="2651760" cy="3200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383280" y="8503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Azure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12344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977640" y="1234440"/>
            <a:ext cx="1874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IoT Hub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383280" y="15544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977640" y="1554480"/>
            <a:ext cx="1874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29000" y="19202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DevOps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2900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29000" y="256032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scale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26480" y="822960"/>
            <a:ext cx="2651760" cy="32004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17920" y="8503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GCP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17920" y="123444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12280" y="1234440"/>
            <a:ext cx="1874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Core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217920" y="1554480"/>
            <a:ext cx="548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ML: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12280" y="1554480"/>
            <a:ext cx="1874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63640" y="19202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integration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26364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AutoML Vision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63640" y="256032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training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Real-World Case Studies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Amazon Warehouse Robotics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129844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picking inefficiency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383280" y="109728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383280" y="129844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AI-guided robotic arms (Kiva)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309360" y="109728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309360" y="129844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faster fulfillment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057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 ORION Routing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33172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253288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delivery routes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383280" y="233172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83280" y="253288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route optimization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309360" y="233172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309360" y="253288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 miles saved annually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32918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Siemens Predictive Maintenance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5661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76732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Unplanned downtime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35661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83280" y="376732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IoT sensors + ML forecasting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09360" y="3566160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365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09360" y="3767328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reduction in failures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Hands-On: Python Environment Setup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Installation via pip: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solidFill>
            <a:srgbClr val="2B2B2B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18872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scikit-learn tensorflow google-ortools pandas matplotlib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Libraries: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3.9+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920240" y="233172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language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0" y="265176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035040" y="265176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algorithms &amp; preprocessing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97180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2.x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920240" y="29718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framework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0" y="32918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OR-Tools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35040" y="329184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 &amp; routing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6118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920240" y="361188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manipulation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0" y="39319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Matplotlib/Seaborn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35040" y="393192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14400"/>
            <a:ext cx="137160" cy="137160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86868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 is transforming operations across manufacturing, logistics, retail, and energy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137160" cy="137160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914400" y="146304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Supervised, unsupervised, and reinforcement learning each solve different operational problems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137160" cy="137160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14400" y="205740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platforms (AWS, Azure, GCP) provide integrated IoT + ML infrastructure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697480"/>
            <a:ext cx="137160" cy="137160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914400" y="26517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ROI: 15-50% improvements in efficiency, inventory, and quality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137160" cy="137160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914400" y="324612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ecosystem (scikit-learn, TensorFlow, OR-Tools) enables rapid prototyping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&amp; Answers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 | proxiant.ai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AI. Professionally.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2026-02-14T12:23:58Z</dcterms:created>
  <dcterms:modified xsi:type="dcterms:W3CDTF">2026-02-14T12:23:58Z</dcterms:modified>
</cp:coreProperties>
</file>